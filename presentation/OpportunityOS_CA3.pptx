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f522817af4128" /><Relationship Type="http://schemas.openxmlformats.org/officeDocument/2006/relationships/extended-properties" Target="/docProps/app.xml" Id="R87783df078b64878" /><Relationship Type="http://schemas.openxmlformats.org/officeDocument/2006/relationships/officeDocument" Target="/ppt/presentation.xml" Id="R7fc5188187c848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35f9b4cd0f4e15"/>
  </p:sldMasterIdLst>
  <p:notesMasterIdLst>
    <p:notesMasterId xmlns:r="http://schemas.openxmlformats.org/officeDocument/2006/relationships" r:id="R953de86cdba64bc3"/>
  </p:notesMasterIdLst>
  <p:sldIdLst>
    <p:sldId xmlns:r="http://schemas.openxmlformats.org/officeDocument/2006/relationships" id="256" r:id="R01dd6dacd8904d99"/>
    <p:sldId xmlns:r="http://schemas.openxmlformats.org/officeDocument/2006/relationships" id="257" r:id="Rb6e230688a0645f1"/>
    <p:sldId xmlns:r="http://schemas.openxmlformats.org/officeDocument/2006/relationships" id="258" r:id="R113b3e8850d44821"/>
    <p:sldId xmlns:r="http://schemas.openxmlformats.org/officeDocument/2006/relationships" id="259" r:id="R8f033ec28f294395"/>
    <p:sldId xmlns:r="http://schemas.openxmlformats.org/officeDocument/2006/relationships" id="260" r:id="Re8df2d834d06468c"/>
    <p:sldId xmlns:r="http://schemas.openxmlformats.org/officeDocument/2006/relationships" id="261" r:id="Ree78fa76c14343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327f588fbc4d5f" /><Relationship Type="http://schemas.openxmlformats.org/officeDocument/2006/relationships/slideMaster" Target="/ppt/slideMasters/slideMaster1.xml" Id="Ra735f9b4cd0f4e15" /><Relationship Type="http://schemas.openxmlformats.org/officeDocument/2006/relationships/notesMaster" Target="/ppt/notesMasters/notesMaster1.xml" Id="R953de86cdba64bc3" /><Relationship Type="http://schemas.openxmlformats.org/officeDocument/2006/relationships/presProps" Target="/ppt/presProps.xml" Id="Rbe69c579cef4490e" /><Relationship Type="http://schemas.openxmlformats.org/officeDocument/2006/relationships/tableStyles" Target="/ppt/tableStyles.xml" Id="R0830c98e0ef040fa" /><Relationship Type="http://schemas.openxmlformats.org/officeDocument/2006/relationships/slide" Target="/ppt/slides/slide1.xml" Id="R01dd6dacd8904d99" /><Relationship Type="http://schemas.openxmlformats.org/officeDocument/2006/relationships/slide" Target="/ppt/slides/slide2.xml" Id="Rb6e230688a0645f1" /><Relationship Type="http://schemas.openxmlformats.org/officeDocument/2006/relationships/slide" Target="/ppt/slides/slide3.xml" Id="R113b3e8850d44821" /><Relationship Type="http://schemas.openxmlformats.org/officeDocument/2006/relationships/slide" Target="/ppt/slides/slide4.xml" Id="R8f033ec28f294395" /><Relationship Type="http://schemas.openxmlformats.org/officeDocument/2006/relationships/slide" Target="/ppt/slides/slide5.xml" Id="Re8df2d834d06468c" /><Relationship Type="http://schemas.openxmlformats.org/officeDocument/2006/relationships/slide" Target="/ppt/slides/slide6.xml" Id="Ree78fa76c14343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a022fcbd5e42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09dfe46e674746" /><Relationship Type="http://schemas.openxmlformats.org/officeDocument/2006/relationships/notesMaster" Target="/ppt/notesMasters/notesMaster1.xml" Id="R37ebcf24ecd841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9faefba2a4c9e" /><Relationship Type="http://schemas.openxmlformats.org/officeDocument/2006/relationships/notesMaster" Target="/ppt/notesMasters/notesMaster1.xml" Id="R5dcea61712d5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a824a30bb24438" /><Relationship Type="http://schemas.openxmlformats.org/officeDocument/2006/relationships/notesMaster" Target="/ppt/notesMasters/notesMaster1.xml" Id="R79ef241a17c147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34f6d46704404" /><Relationship Type="http://schemas.openxmlformats.org/officeDocument/2006/relationships/notesMaster" Target="/ppt/notesMasters/notesMaster1.xml" Id="R3fe99162286d42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d9b51a81434e6b" /><Relationship Type="http://schemas.openxmlformats.org/officeDocument/2006/relationships/notesMaster" Target="/ppt/notesMasters/notesMaster1.xml" Id="R97f115d418b040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ab2e408c904563" /><Relationship Type="http://schemas.openxmlformats.org/officeDocument/2006/relationships/notesMaster" Target="/ppt/notesMasters/notesMaster1.xml" Id="R665bbf6135a2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96d5615fa43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b05d223bc4e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e6604674842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e3cb98b6941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72c848aae4e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f2a88108548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BCD993-CA9D-42AC-AD44-E48BD18C4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BE9465-55A1-47A6-B017-385718F070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B73DAA-47A8-4C4E-AC4F-6C78D1EFB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7D0C57-718E-4D9E-9EA9-9A746DEEE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FC0001-3AB6-4D5E-82BA-5F7DA6D21D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318FC2-56B7-465A-A4B6-ADA55CB22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28CDCE-BC26-404D-99F6-8AF97FA839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606C1E-F528-4CA7-A637-E5320DCB0C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5E91A-7AB2-406C-8F79-7B24CDD4F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AAFE5E-4CA3-4B73-BC08-A764B59FE7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22eb91f4045ad" /><Relationship Type="http://schemas.openxmlformats.org/officeDocument/2006/relationships/slideLayout" Target="/ppt/slideLayouts/slideLayout1.xml" Id="Rfa6cde1f40a54ad9" /><Relationship Type="http://schemas.openxmlformats.org/officeDocument/2006/relationships/slideLayout" Target="/ppt/slideLayouts/slideLayout2.xml" Id="R63248ed14c1442c9" /><Relationship Type="http://schemas.openxmlformats.org/officeDocument/2006/relationships/slideLayout" Target="/ppt/slideLayouts/slideLayout3.xml" Id="R1d14ce7e19ff4165" /><Relationship Type="http://schemas.openxmlformats.org/officeDocument/2006/relationships/slideLayout" Target="/ppt/slideLayouts/slideLayout4.xml" Id="R4d65a1e46323485e" /><Relationship Type="http://schemas.openxmlformats.org/officeDocument/2006/relationships/slideLayout" Target="/ppt/slideLayouts/slideLayout5.xml" Id="Rfdab90474dd24b24" /><Relationship Type="http://schemas.openxmlformats.org/officeDocument/2006/relationships/slideLayout" Target="/ppt/slideLayouts/slideLayout6.xml" Id="Rb8ebe749014540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cde1f40a54ad9"/>
    <p:sldLayoutId xmlns:r="http://schemas.openxmlformats.org/officeDocument/2006/relationships" id="2147483650" r:id="R63248ed14c1442c9"/>
    <p:sldLayoutId xmlns:r="http://schemas.openxmlformats.org/officeDocument/2006/relationships" id="2147483651" r:id="R1d14ce7e19ff4165"/>
    <p:sldLayoutId xmlns:r="http://schemas.openxmlformats.org/officeDocument/2006/relationships" id="2147483652" r:id="R4d65a1e46323485e"/>
    <p:sldLayoutId xmlns:r="http://schemas.openxmlformats.org/officeDocument/2006/relationships" id="2147483653" r:id="Rfdab90474dd24b24"/>
    <p:sldLayoutId xmlns:r="http://schemas.openxmlformats.org/officeDocument/2006/relationships" id="2147483654" r:id="Rb8ebe749014540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d3e734981458e" /><Relationship Type="http://schemas.openxmlformats.org/officeDocument/2006/relationships/notesSlide" Target="/ppt/notesSlides/notesSlide1.xml" Id="R05b2457247c0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d791c5d5747e1" /><Relationship Type="http://schemas.openxmlformats.org/officeDocument/2006/relationships/notesSlide" Target="/ppt/notesSlides/notesSlide2.xml" Id="R53609f3fcf6549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1462cbbb1439f" /><Relationship Type="http://schemas.openxmlformats.org/officeDocument/2006/relationships/notesSlide" Target="/ppt/notesSlides/notesSlide3.xml" Id="Ra0401c85910940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8cb8a76f94565" /><Relationship Type="http://schemas.openxmlformats.org/officeDocument/2006/relationships/notesSlide" Target="/ppt/notesSlides/notesSlide4.xml" Id="Re4519cef0ac943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8bccd4bff42e5" /><Relationship Type="http://schemas.openxmlformats.org/officeDocument/2006/relationships/notesSlide" Target="/ppt/notesSlides/notesSlide5.xml" Id="Rdcfd8f525f654a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1c09f27f8b4389" /><Relationship Type="http://schemas.openxmlformats.org/officeDocument/2006/relationships/notesSlide" Target="/ppt/notesSlides/notesSlide6.xml" Id="R631ecabaa4fd4a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216A6-BB50-4212-A854-385E1BEF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14B72-031A-47F8-B5EC-F74846C7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ED8D0"/>
                </a:solidFill>
              </a:defRPr>
            </a:defPPr>
            <a:lvl1pPr>
              <a:defRPr sz="1125" b="1">
                <a:solidFill>
                  <a:srgbClr val="9ED8D0"/>
                </a:solidFill>
              </a:defRPr>
            </a:lvl1pPr>
            <a:lvl2pPr>
              <a:defRPr sz="1125" b="1">
                <a:solidFill>
                  <a:srgbClr val="9ED8D0"/>
                </a:solidFill>
              </a:defRPr>
            </a:lvl2pPr>
            <a:lvl3pPr>
              <a:defRPr sz="1125" b="1">
                <a:solidFill>
                  <a:srgbClr val="9ED8D0"/>
                </a:solidFill>
              </a:defRPr>
            </a:lvl3pPr>
            <a:lvl4pPr>
              <a:defRPr sz="1125" b="1">
                <a:solidFill>
                  <a:srgbClr val="9ED8D0"/>
                </a:solidFill>
              </a:defRPr>
            </a:lvl4pPr>
            <a:lvl5pPr>
              <a:defRPr sz="1125" b="1">
                <a:solidFill>
                  <a:srgbClr val="9ED8D0"/>
                </a:solidFill>
              </a:defRPr>
            </a:lvl5pPr>
            <a:lvl6pPr>
              <a:defRPr sz="1125" b="1">
                <a:solidFill>
                  <a:srgbClr val="9ED8D0"/>
                </a:solidFill>
              </a:defRPr>
            </a:lvl6pPr>
            <a:lvl7pPr>
              <a:defRPr sz="1125" b="1">
                <a:solidFill>
                  <a:srgbClr val="9ED8D0"/>
                </a:solidFill>
              </a:defRPr>
            </a:lvl7pPr>
            <a:lvl8pPr>
              <a:defRPr sz="1125" b="1">
                <a:solidFill>
                  <a:srgbClr val="9ED8D0"/>
                </a:solidFill>
              </a:defRPr>
            </a:lvl8pPr>
            <a:lvl9pPr>
              <a:defRPr sz="1125" b="1">
                <a:solidFill>
                  <a:srgbClr val="9ED8D0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9ED8D0"/>
                </a:solidFill>
              </a:defRPr>
            </a:pPr>
            <a:r>
              <a:rPr sz="1125" b="1">
                <a:solidFill>
                  <a:srgbClr val="9ED8D0"/>
                </a:solidFill>
              </a:rPr>
              <a:t>CA-3  ·  AGENTIC AI PROOF OF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6CD84-5002-4C6D-B653-EA42800B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OpportunityOS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DEAF6-EE52-4EEE-9967-BFB8EB4E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D8E7EC"/>
                </a:solidFill>
              </a:defRPr>
            </a:defPPr>
            <a:lvl1pPr>
              <a:defRPr sz="2025" b="0">
                <a:solidFill>
                  <a:srgbClr val="D8E7EC"/>
                </a:solidFill>
              </a:defRPr>
            </a:lvl1pPr>
            <a:lvl2pPr>
              <a:defRPr sz="2025" b="0">
                <a:solidFill>
                  <a:srgbClr val="D8E7EC"/>
                </a:solidFill>
              </a:defRPr>
            </a:lvl2pPr>
            <a:lvl3pPr>
              <a:defRPr sz="2025" b="0">
                <a:solidFill>
                  <a:srgbClr val="D8E7EC"/>
                </a:solidFill>
              </a:defRPr>
            </a:lvl3pPr>
            <a:lvl4pPr>
              <a:defRPr sz="2025" b="0">
                <a:solidFill>
                  <a:srgbClr val="D8E7EC"/>
                </a:solidFill>
              </a:defRPr>
            </a:lvl4pPr>
            <a:lvl5pPr>
              <a:defRPr sz="2025" b="0">
                <a:solidFill>
                  <a:srgbClr val="D8E7EC"/>
                </a:solidFill>
              </a:defRPr>
            </a:lvl5pPr>
            <a:lvl6pPr>
              <a:defRPr sz="2025" b="0">
                <a:solidFill>
                  <a:srgbClr val="D8E7EC"/>
                </a:solidFill>
              </a:defRPr>
            </a:lvl6pPr>
            <a:lvl7pPr>
              <a:defRPr sz="2025" b="0">
                <a:solidFill>
                  <a:srgbClr val="D8E7EC"/>
                </a:solidFill>
              </a:defRPr>
            </a:lvl7pPr>
            <a:lvl8pPr>
              <a:defRPr sz="2025" b="0">
                <a:solidFill>
                  <a:srgbClr val="D8E7EC"/>
                </a:solidFill>
              </a:defRPr>
            </a:lvl8pPr>
            <a:lvl9pPr>
              <a:defRPr sz="2025" b="0">
                <a:solidFill>
                  <a:srgbClr val="D8E7EC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8E7EC"/>
                </a:solidFill>
              </a:defRPr>
            </a:pPr>
            <a:r>
              <a:rPr sz="2025" b="0">
                <a:solidFill>
                  <a:srgbClr val="D8E7EC"/>
                </a:solidFill>
              </a:rPr>
              <a:t>A career operations assistant for student opportunity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6E893-7BB6-4F21-AC4E-774AC05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4184B-D68A-46FA-B4E3-A99B9C38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Find relevant roles, check listing quality, and keep application next steps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46F00-52E6-4CEF-9FD1-27F66B80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00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BD3"/>
                </a:solidFill>
              </a:defRPr>
            </a:defPPr>
            <a:lvl1pPr>
              <a:defRPr sz="1125" b="0">
                <a:solidFill>
                  <a:srgbClr val="B9CBD3"/>
                </a:solidFill>
              </a:defRPr>
            </a:lvl1pPr>
            <a:lvl2pPr>
              <a:defRPr sz="1125" b="0">
                <a:solidFill>
                  <a:srgbClr val="B9CBD3"/>
                </a:solidFill>
              </a:defRPr>
            </a:lvl2pPr>
            <a:lvl3pPr>
              <a:defRPr sz="1125" b="0">
                <a:solidFill>
                  <a:srgbClr val="B9CBD3"/>
                </a:solidFill>
              </a:defRPr>
            </a:lvl3pPr>
            <a:lvl4pPr>
              <a:defRPr sz="1125" b="0">
                <a:solidFill>
                  <a:srgbClr val="B9CBD3"/>
                </a:solidFill>
              </a:defRPr>
            </a:lvl4pPr>
            <a:lvl5pPr>
              <a:defRPr sz="1125" b="0">
                <a:solidFill>
                  <a:srgbClr val="B9CBD3"/>
                </a:solidFill>
              </a:defRPr>
            </a:lvl5pPr>
            <a:lvl6pPr>
              <a:defRPr sz="1125" b="0">
                <a:solidFill>
                  <a:srgbClr val="B9CBD3"/>
                </a:solidFill>
              </a:defRPr>
            </a:lvl6pPr>
            <a:lvl7pPr>
              <a:defRPr sz="1125" b="0">
                <a:solidFill>
                  <a:srgbClr val="B9CBD3"/>
                </a:solidFill>
              </a:defRPr>
            </a:lvl7pPr>
            <a:lvl8pPr>
              <a:defRPr sz="1125" b="0">
                <a:solidFill>
                  <a:srgbClr val="B9CBD3"/>
                </a:solidFill>
              </a:defRPr>
            </a:lvl8pPr>
            <a:lvl9pPr>
              <a:defRPr sz="1125" b="0">
                <a:solidFill>
                  <a:srgbClr val="B9CBD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CBD3"/>
                </a:solidFill>
              </a:defRPr>
            </a:pPr>
            <a:r>
              <a:rPr sz="1125" b="0">
                <a:solidFill>
                  <a:srgbClr val="B9CBD3"/>
                </a:solidFill>
              </a:rPr>
              <a:t>Education and career operations  |  Synthetic data demonstration</a:t>
            </a:r>
          </a:p>
        </p:txBody>
      </p:sp>
    </p:spTree>
    <p:extLst>
      <p:ext uri="{BB962C8B-B14F-4D97-AF65-F5344CB8AC3E}">
        <p14:creationId xmlns:p14="http://schemas.microsoft.com/office/powerpoint/2010/main" val="735255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FB568-1B35-4EA6-A59C-A3507BC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78AA6-5F88-4DC3-BBD0-3491A7A8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7877F"/>
                </a:solidFill>
              </a:defRPr>
            </a:defPPr>
            <a:lvl1pPr>
              <a:defRPr sz="1050" b="1">
                <a:solidFill>
                  <a:srgbClr val="27877F"/>
                </a:solidFill>
              </a:defRPr>
            </a:lvl1pPr>
            <a:lvl2pPr>
              <a:defRPr sz="1050" b="1">
                <a:solidFill>
                  <a:srgbClr val="27877F"/>
                </a:solidFill>
              </a:defRPr>
            </a:lvl2pPr>
            <a:lvl3pPr>
              <a:defRPr sz="1050" b="1">
                <a:solidFill>
                  <a:srgbClr val="27877F"/>
                </a:solidFill>
              </a:defRPr>
            </a:lvl3pPr>
            <a:lvl4pPr>
              <a:defRPr sz="1050" b="1">
                <a:solidFill>
                  <a:srgbClr val="27877F"/>
                </a:solidFill>
              </a:defRPr>
            </a:lvl4pPr>
            <a:lvl5pPr>
              <a:defRPr sz="1050" b="1">
                <a:solidFill>
                  <a:srgbClr val="27877F"/>
                </a:solidFill>
              </a:defRPr>
            </a:lvl5pPr>
            <a:lvl6pPr>
              <a:defRPr sz="1050" b="1">
                <a:solidFill>
                  <a:srgbClr val="27877F"/>
                </a:solidFill>
              </a:defRPr>
            </a:lvl6pPr>
            <a:lvl7pPr>
              <a:defRPr sz="1050" b="1">
                <a:solidFill>
                  <a:srgbClr val="27877F"/>
                </a:solidFill>
              </a:defRPr>
            </a:lvl7pPr>
            <a:lvl8pPr>
              <a:defRPr sz="1050" b="1">
                <a:solidFill>
                  <a:srgbClr val="27877F"/>
                </a:solidFill>
              </a:defRPr>
            </a:lvl8pPr>
            <a:lvl9pPr>
              <a:defRPr sz="10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877F"/>
                </a:solidFill>
              </a:defRPr>
            </a:pPr>
            <a:r>
              <a:rPr sz="1050" b="1">
                <a:solidFill>
                  <a:srgbClr val="27877F"/>
                </a:solidFill>
              </a:rPr>
              <a:t>PROBLEM AND DOMAIN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AFDD2-CDE6-4EC3-94D7-5A47BF46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Student opportunity search is fragmented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F03EE-6732-4D77-BA4B-2FAE2A9C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B6875"/>
                </a:solidFill>
              </a:defRPr>
            </a:defPPr>
            <a:lvl1pPr>
              <a:defRPr sz="900" b="1">
                <a:solidFill>
                  <a:srgbClr val="5B6875"/>
                </a:solidFill>
              </a:defRPr>
            </a:lvl1pPr>
            <a:lvl2pPr>
              <a:defRPr sz="900" b="1">
                <a:solidFill>
                  <a:srgbClr val="5B6875"/>
                </a:solidFill>
              </a:defRPr>
            </a:lvl2pPr>
            <a:lvl3pPr>
              <a:defRPr sz="900" b="1">
                <a:solidFill>
                  <a:srgbClr val="5B6875"/>
                </a:solidFill>
              </a:defRPr>
            </a:lvl3pPr>
            <a:lvl4pPr>
              <a:defRPr sz="900" b="1">
                <a:solidFill>
                  <a:srgbClr val="5B6875"/>
                </a:solidFill>
              </a:defRPr>
            </a:lvl4pPr>
            <a:lvl5pPr>
              <a:defRPr sz="900" b="1">
                <a:solidFill>
                  <a:srgbClr val="5B6875"/>
                </a:solidFill>
              </a:defRPr>
            </a:lvl5pPr>
            <a:lvl6pPr>
              <a:defRPr sz="900" b="1">
                <a:solidFill>
                  <a:srgbClr val="5B6875"/>
                </a:solidFill>
              </a:defRPr>
            </a:lvl6pPr>
            <a:lvl7pPr>
              <a:defRPr sz="900" b="1">
                <a:solidFill>
                  <a:srgbClr val="5B6875"/>
                </a:solidFill>
              </a:defRPr>
            </a:lvl7pPr>
            <a:lvl8pPr>
              <a:defRPr sz="900" b="1">
                <a:solidFill>
                  <a:srgbClr val="5B6875"/>
                </a:solidFill>
              </a:defRPr>
            </a:lvl8pPr>
            <a:lvl9pPr>
              <a:defRPr sz="900" b="1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B6875"/>
                </a:solidFill>
              </a:defRPr>
            </a:pPr>
            <a:r>
              <a:rPr sz="900" b="1">
                <a:solidFill>
                  <a:srgbClr val="5B6875"/>
                </a:solidFill>
              </a:rPr>
              <a:t>OPPORTUNITYOS   /   CA-3   / 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86C54-060C-43F0-B16A-4360690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324D"/>
                </a:solidFill>
              </a:defRPr>
            </a:defPPr>
            <a:lvl1pPr>
              <a:defRPr sz="1725" b="0">
                <a:solidFill>
                  <a:srgbClr val="17324D"/>
                </a:solidFill>
              </a:defRPr>
            </a:lvl1pPr>
            <a:lvl2pPr>
              <a:defRPr sz="1725" b="0">
                <a:solidFill>
                  <a:srgbClr val="17324D"/>
                </a:solidFill>
              </a:defRPr>
            </a:lvl2pPr>
            <a:lvl3pPr>
              <a:defRPr sz="1725" b="0">
                <a:solidFill>
                  <a:srgbClr val="17324D"/>
                </a:solidFill>
              </a:defRPr>
            </a:lvl3pPr>
            <a:lvl4pPr>
              <a:defRPr sz="1725" b="0">
                <a:solidFill>
                  <a:srgbClr val="17324D"/>
                </a:solidFill>
              </a:defRPr>
            </a:lvl4pPr>
            <a:lvl5pPr>
              <a:defRPr sz="1725" b="0">
                <a:solidFill>
                  <a:srgbClr val="17324D"/>
                </a:solidFill>
              </a:defRPr>
            </a:lvl5pPr>
            <a:lvl6pPr>
              <a:defRPr sz="1725" b="0">
                <a:solidFill>
                  <a:srgbClr val="17324D"/>
                </a:solidFill>
              </a:defRPr>
            </a:lvl6pPr>
            <a:lvl7pPr>
              <a:defRPr sz="1725" b="0">
                <a:solidFill>
                  <a:srgbClr val="17324D"/>
                </a:solidFill>
              </a:defRPr>
            </a:lvl7pPr>
            <a:lvl8pPr>
              <a:defRPr sz="1725" b="0">
                <a:solidFill>
                  <a:srgbClr val="17324D"/>
                </a:solidFill>
              </a:defRPr>
            </a:lvl8pPr>
            <a:lvl9pPr>
              <a:defRPr sz="17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Students move between job boards, notes and calendars to assess fit and remember what to do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3C053-5F55-4DFD-846F-3BF733E7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B1FB8-6A70-498A-AC71-BEFB83AB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324D"/>
                </a:solidFill>
              </a:defRPr>
            </a:defPPr>
            <a:lvl1pPr>
              <a:defRPr sz="1500" b="0">
                <a:solidFill>
                  <a:srgbClr val="17324D"/>
                </a:solidFill>
              </a:defRPr>
            </a:lvl1pPr>
            <a:lvl2pPr>
              <a:defRPr sz="1500" b="0">
                <a:solidFill>
                  <a:srgbClr val="17324D"/>
                </a:solidFill>
              </a:defRPr>
            </a:lvl2pPr>
            <a:lvl3pPr>
              <a:defRPr sz="1500" b="0">
                <a:solidFill>
                  <a:srgbClr val="17324D"/>
                </a:solidFill>
              </a:defRPr>
            </a:lvl3pPr>
            <a:lvl4pPr>
              <a:defRPr sz="1500" b="0">
                <a:solidFill>
                  <a:srgbClr val="17324D"/>
                </a:solidFill>
              </a:defRPr>
            </a:lvl4pPr>
            <a:lvl5pPr>
              <a:defRPr sz="1500" b="0">
                <a:solidFill>
                  <a:srgbClr val="17324D"/>
                </a:solidFill>
              </a:defRPr>
            </a:lvl5pPr>
            <a:lvl6pPr>
              <a:defRPr sz="1500" b="0">
                <a:solidFill>
                  <a:srgbClr val="17324D"/>
                </a:solidFill>
              </a:defRPr>
            </a:lvl6pPr>
            <a:lvl7pPr>
              <a:defRPr sz="1500" b="0">
                <a:solidFill>
                  <a:srgbClr val="17324D"/>
                </a:solidFill>
              </a:defRPr>
            </a:lvl7pPr>
            <a:lvl8pPr>
              <a:defRPr sz="1500" b="0">
                <a:solidFill>
                  <a:srgbClr val="17324D"/>
                </a:solidFill>
              </a:defRPr>
            </a:lvl8pPr>
            <a:lvl9pPr>
              <a:defRPr sz="15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Listings live across platforms and use inconsistent descriptions.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6CB5A-43CC-408A-BB8F-B892DEA0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8E035-EAF7-4650-AA8C-714AE3D3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ASSESS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CB78D-16D1-46BF-9F84-EAA2A071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67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324D"/>
                </a:solidFill>
              </a:defRPr>
            </a:defPPr>
            <a:lvl1pPr>
              <a:defRPr sz="1500" b="0">
                <a:solidFill>
                  <a:srgbClr val="17324D"/>
                </a:solidFill>
              </a:defRPr>
            </a:lvl1pPr>
            <a:lvl2pPr>
              <a:defRPr sz="1500" b="0">
                <a:solidFill>
                  <a:srgbClr val="17324D"/>
                </a:solidFill>
              </a:defRPr>
            </a:lvl2pPr>
            <a:lvl3pPr>
              <a:defRPr sz="1500" b="0">
                <a:solidFill>
                  <a:srgbClr val="17324D"/>
                </a:solidFill>
              </a:defRPr>
            </a:lvl3pPr>
            <a:lvl4pPr>
              <a:defRPr sz="1500" b="0">
                <a:solidFill>
                  <a:srgbClr val="17324D"/>
                </a:solidFill>
              </a:defRPr>
            </a:lvl4pPr>
            <a:lvl5pPr>
              <a:defRPr sz="1500" b="0">
                <a:solidFill>
                  <a:srgbClr val="17324D"/>
                </a:solidFill>
              </a:defRPr>
            </a:lvl5pPr>
            <a:lvl6pPr>
              <a:defRPr sz="1500" b="0">
                <a:solidFill>
                  <a:srgbClr val="17324D"/>
                </a:solidFill>
              </a:defRPr>
            </a:lvl6pPr>
            <a:lvl7pPr>
              <a:defRPr sz="1500" b="0">
                <a:solidFill>
                  <a:srgbClr val="17324D"/>
                </a:solidFill>
              </a:defRPr>
            </a:lvl7pPr>
            <a:lvl8pPr>
              <a:defRPr sz="1500" b="0">
                <a:solidFill>
                  <a:srgbClr val="17324D"/>
                </a:solidFill>
              </a:defRPr>
            </a:lvl8pPr>
            <a:lvl9pPr>
              <a:defRPr sz="15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Duplicate, stale or incomplete posts make comparisons unreliable.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4DE29-977A-4F06-89E0-6C825FFD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7E304-FFCC-4730-BC19-73EE8490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FOLLOW THROUGH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D27FD-BD60-4C1A-B725-BCFA0476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324D"/>
                </a:solidFill>
              </a:defRPr>
            </a:defPPr>
            <a:lvl1pPr>
              <a:defRPr sz="1500" b="0">
                <a:solidFill>
                  <a:srgbClr val="17324D"/>
                </a:solidFill>
              </a:defRPr>
            </a:lvl1pPr>
            <a:lvl2pPr>
              <a:defRPr sz="1500" b="0">
                <a:solidFill>
                  <a:srgbClr val="17324D"/>
                </a:solidFill>
              </a:defRPr>
            </a:lvl2pPr>
            <a:lvl3pPr>
              <a:defRPr sz="1500" b="0">
                <a:solidFill>
                  <a:srgbClr val="17324D"/>
                </a:solidFill>
              </a:defRPr>
            </a:lvl3pPr>
            <a:lvl4pPr>
              <a:defRPr sz="1500" b="0">
                <a:solidFill>
                  <a:srgbClr val="17324D"/>
                </a:solidFill>
              </a:defRPr>
            </a:lvl4pPr>
            <a:lvl5pPr>
              <a:defRPr sz="1500" b="0">
                <a:solidFill>
                  <a:srgbClr val="17324D"/>
                </a:solidFill>
              </a:defRPr>
            </a:lvl5pPr>
            <a:lvl6pPr>
              <a:defRPr sz="1500" b="0">
                <a:solidFill>
                  <a:srgbClr val="17324D"/>
                </a:solidFill>
              </a:defRPr>
            </a:lvl6pPr>
            <a:lvl7pPr>
              <a:defRPr sz="1500" b="0">
                <a:solidFill>
                  <a:srgbClr val="17324D"/>
                </a:solidFill>
              </a:defRPr>
            </a:lvl7pPr>
            <a:lvl8pPr>
              <a:defRPr sz="1500" b="0">
                <a:solidFill>
                  <a:srgbClr val="17324D"/>
                </a:solidFill>
              </a:defRPr>
            </a:lvl8pPr>
            <a:lvl9pPr>
              <a:defRPr sz="15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Deadlines and application follow-ups are easy to lose in separate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3234A-F37E-40A1-8CDE-C126C15E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B6875"/>
                </a:solidFill>
              </a:defRPr>
            </a:defPPr>
            <a:lvl1pPr>
              <a:defRPr sz="1275" b="0">
                <a:solidFill>
                  <a:srgbClr val="5B6875"/>
                </a:solidFill>
              </a:defRPr>
            </a:lvl1pPr>
            <a:lvl2pPr>
              <a:defRPr sz="1275" b="0">
                <a:solidFill>
                  <a:srgbClr val="5B6875"/>
                </a:solidFill>
              </a:defRPr>
            </a:lvl2pPr>
            <a:lvl3pPr>
              <a:defRPr sz="1275" b="0">
                <a:solidFill>
                  <a:srgbClr val="5B6875"/>
                </a:solidFill>
              </a:defRPr>
            </a:lvl3pPr>
            <a:lvl4pPr>
              <a:defRPr sz="1275" b="0">
                <a:solidFill>
                  <a:srgbClr val="5B6875"/>
                </a:solidFill>
              </a:defRPr>
            </a:lvl4pPr>
            <a:lvl5pPr>
              <a:defRPr sz="1275" b="0">
                <a:solidFill>
                  <a:srgbClr val="5B6875"/>
                </a:solidFill>
              </a:defRPr>
            </a:lvl5pPr>
            <a:lvl6pPr>
              <a:defRPr sz="1275" b="0">
                <a:solidFill>
                  <a:srgbClr val="5B6875"/>
                </a:solidFill>
              </a:defRPr>
            </a:lvl6pPr>
            <a:lvl7pPr>
              <a:defRPr sz="1275" b="0">
                <a:solidFill>
                  <a:srgbClr val="5B6875"/>
                </a:solidFill>
              </a:defRPr>
            </a:lvl7pPr>
            <a:lvl8pPr>
              <a:defRPr sz="1275" b="0">
                <a:solidFill>
                  <a:srgbClr val="5B6875"/>
                </a:solidFill>
              </a:defRPr>
            </a:lvl8pPr>
            <a:lvl9pPr>
              <a:defRPr sz="1275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875"/>
                </a:solidFill>
              </a:defRPr>
            </a:pPr>
            <a:r>
              <a:rPr sz="1275" b="0">
                <a:solidFill>
                  <a:srgbClr val="5B6875"/>
                </a:solidFill>
              </a:rPr>
              <a:t>OpportunityOS demonstrates a student-controlled workflow using a small synthetic opportunity dataset.</a:t>
            </a:r>
          </a:p>
        </p:txBody>
      </p:sp>
    </p:spTree>
    <p:extLst>
      <p:ext uri="{BB962C8B-B14F-4D97-AF65-F5344CB8AC3E}">
        <p14:creationId xmlns:p14="http://schemas.microsoft.com/office/powerpoint/2010/main" val="10212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9F5F4E-17AC-425D-BD56-7E9E5A58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5CB05-E383-4188-B76A-6CA7C677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7877F"/>
                </a:solidFill>
              </a:defRPr>
            </a:defPPr>
            <a:lvl1pPr>
              <a:defRPr sz="1050" b="1">
                <a:solidFill>
                  <a:srgbClr val="27877F"/>
                </a:solidFill>
              </a:defRPr>
            </a:lvl1pPr>
            <a:lvl2pPr>
              <a:defRPr sz="1050" b="1">
                <a:solidFill>
                  <a:srgbClr val="27877F"/>
                </a:solidFill>
              </a:defRPr>
            </a:lvl2pPr>
            <a:lvl3pPr>
              <a:defRPr sz="1050" b="1">
                <a:solidFill>
                  <a:srgbClr val="27877F"/>
                </a:solidFill>
              </a:defRPr>
            </a:lvl3pPr>
            <a:lvl4pPr>
              <a:defRPr sz="1050" b="1">
                <a:solidFill>
                  <a:srgbClr val="27877F"/>
                </a:solidFill>
              </a:defRPr>
            </a:lvl4pPr>
            <a:lvl5pPr>
              <a:defRPr sz="1050" b="1">
                <a:solidFill>
                  <a:srgbClr val="27877F"/>
                </a:solidFill>
              </a:defRPr>
            </a:lvl5pPr>
            <a:lvl6pPr>
              <a:defRPr sz="1050" b="1">
                <a:solidFill>
                  <a:srgbClr val="27877F"/>
                </a:solidFill>
              </a:defRPr>
            </a:lvl6pPr>
            <a:lvl7pPr>
              <a:defRPr sz="1050" b="1">
                <a:solidFill>
                  <a:srgbClr val="27877F"/>
                </a:solidFill>
              </a:defRPr>
            </a:lvl7pPr>
            <a:lvl8pPr>
              <a:defRPr sz="1050" b="1">
                <a:solidFill>
                  <a:srgbClr val="27877F"/>
                </a:solidFill>
              </a:defRPr>
            </a:lvl8pPr>
            <a:lvl9pPr>
              <a:defRPr sz="10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877F"/>
                </a:solidFill>
              </a:defRPr>
            </a:pPr>
            <a:r>
              <a:rPr sz="1050" b="1">
                <a:solidFill>
                  <a:srgbClr val="27877F"/>
                </a:solidFill>
              </a:rPr>
              <a:t>AGENT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09C3F-28A4-494E-A9F4-38D19364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A planned workflow with a validation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989FF-A5B0-4AD1-A37C-79DFE092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B6875"/>
                </a:solidFill>
              </a:defRPr>
            </a:defPPr>
            <a:lvl1pPr>
              <a:defRPr sz="900" b="1">
                <a:solidFill>
                  <a:srgbClr val="5B6875"/>
                </a:solidFill>
              </a:defRPr>
            </a:lvl1pPr>
            <a:lvl2pPr>
              <a:defRPr sz="900" b="1">
                <a:solidFill>
                  <a:srgbClr val="5B6875"/>
                </a:solidFill>
              </a:defRPr>
            </a:lvl2pPr>
            <a:lvl3pPr>
              <a:defRPr sz="900" b="1">
                <a:solidFill>
                  <a:srgbClr val="5B6875"/>
                </a:solidFill>
              </a:defRPr>
            </a:lvl3pPr>
            <a:lvl4pPr>
              <a:defRPr sz="900" b="1">
                <a:solidFill>
                  <a:srgbClr val="5B6875"/>
                </a:solidFill>
              </a:defRPr>
            </a:lvl4pPr>
            <a:lvl5pPr>
              <a:defRPr sz="900" b="1">
                <a:solidFill>
                  <a:srgbClr val="5B6875"/>
                </a:solidFill>
              </a:defRPr>
            </a:lvl5pPr>
            <a:lvl6pPr>
              <a:defRPr sz="900" b="1">
                <a:solidFill>
                  <a:srgbClr val="5B6875"/>
                </a:solidFill>
              </a:defRPr>
            </a:lvl6pPr>
            <a:lvl7pPr>
              <a:defRPr sz="900" b="1">
                <a:solidFill>
                  <a:srgbClr val="5B6875"/>
                </a:solidFill>
              </a:defRPr>
            </a:lvl7pPr>
            <a:lvl8pPr>
              <a:defRPr sz="900" b="1">
                <a:solidFill>
                  <a:srgbClr val="5B6875"/>
                </a:solidFill>
              </a:defRPr>
            </a:lvl8pPr>
            <a:lvl9pPr>
              <a:defRPr sz="900" b="1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B6875"/>
                </a:solidFill>
              </a:defRPr>
            </a:pPr>
            <a:r>
              <a:rPr sz="900" b="1">
                <a:solidFill>
                  <a:srgbClr val="5B6875"/>
                </a:solidFill>
              </a:rPr>
              <a:t>OPPORTUNITYOS   /   CA-3   / 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1FA06-7D88-48E8-B816-65AD538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9716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54ADC-1E25-4B33-8238-20597007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7877F"/>
                </a:solidFill>
              </a:defRPr>
            </a:defPPr>
            <a:lvl1pPr>
              <a:defRPr sz="1650" b="1">
                <a:solidFill>
                  <a:srgbClr val="27877F"/>
                </a:solidFill>
              </a:defRPr>
            </a:lvl1pPr>
            <a:lvl2pPr>
              <a:defRPr sz="1650" b="1">
                <a:solidFill>
                  <a:srgbClr val="27877F"/>
                </a:solidFill>
              </a:defRPr>
            </a:lvl2pPr>
            <a:lvl3pPr>
              <a:defRPr sz="1650" b="1">
                <a:solidFill>
                  <a:srgbClr val="27877F"/>
                </a:solidFill>
              </a:defRPr>
            </a:lvl3pPr>
            <a:lvl4pPr>
              <a:defRPr sz="1650" b="1">
                <a:solidFill>
                  <a:srgbClr val="27877F"/>
                </a:solidFill>
              </a:defRPr>
            </a:lvl4pPr>
            <a:lvl5pPr>
              <a:defRPr sz="1650" b="1">
                <a:solidFill>
                  <a:srgbClr val="27877F"/>
                </a:solidFill>
              </a:defRPr>
            </a:lvl5pPr>
            <a:lvl6pPr>
              <a:defRPr sz="1650" b="1">
                <a:solidFill>
                  <a:srgbClr val="27877F"/>
                </a:solidFill>
              </a:defRPr>
            </a:lvl6pPr>
            <a:lvl7pPr>
              <a:defRPr sz="1650" b="1">
                <a:solidFill>
                  <a:srgbClr val="27877F"/>
                </a:solidFill>
              </a:defRPr>
            </a:lvl7pPr>
            <a:lvl8pPr>
              <a:defRPr sz="1650" b="1">
                <a:solidFill>
                  <a:srgbClr val="27877F"/>
                </a:solidFill>
              </a:defRPr>
            </a:lvl8pPr>
            <a:lvl9pPr>
              <a:defRPr sz="16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7877F"/>
                </a:solidFill>
              </a:defRPr>
            </a:pPr>
            <a:r>
              <a:rPr sz="1650" b="1">
                <a:solidFill>
                  <a:srgbClr val="27877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67B05-E4BB-4E7E-9839-9F7D1F91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Planner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51C60-0628-46B6-AB83-5D106556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B6875"/>
                </a:solidFill>
              </a:defRPr>
            </a:defPPr>
            <a:lvl1pPr>
              <a:defRPr sz="1200" b="0">
                <a:solidFill>
                  <a:srgbClr val="5B6875"/>
                </a:solidFill>
              </a:defRPr>
            </a:lvl1pPr>
            <a:lvl2pPr>
              <a:defRPr sz="1200" b="0">
                <a:solidFill>
                  <a:srgbClr val="5B6875"/>
                </a:solidFill>
              </a:defRPr>
            </a:lvl2pPr>
            <a:lvl3pPr>
              <a:defRPr sz="1200" b="0">
                <a:solidFill>
                  <a:srgbClr val="5B6875"/>
                </a:solidFill>
              </a:defRPr>
            </a:lvl3pPr>
            <a:lvl4pPr>
              <a:defRPr sz="1200" b="0">
                <a:solidFill>
                  <a:srgbClr val="5B6875"/>
                </a:solidFill>
              </a:defRPr>
            </a:lvl4pPr>
            <a:lvl5pPr>
              <a:defRPr sz="1200" b="0">
                <a:solidFill>
                  <a:srgbClr val="5B6875"/>
                </a:solidFill>
              </a:defRPr>
            </a:lvl5pPr>
            <a:lvl6pPr>
              <a:defRPr sz="1200" b="0">
                <a:solidFill>
                  <a:srgbClr val="5B6875"/>
                </a:solidFill>
              </a:defRPr>
            </a:lvl6pPr>
            <a:lvl7pPr>
              <a:defRPr sz="1200" b="0">
                <a:solidFill>
                  <a:srgbClr val="5B6875"/>
                </a:solidFill>
              </a:defRPr>
            </a:lvl7pPr>
            <a:lvl8pPr>
              <a:defRPr sz="1200" b="0">
                <a:solidFill>
                  <a:srgbClr val="5B6875"/>
                </a:solidFill>
              </a:defRPr>
            </a:lvl8pPr>
            <a:lvl9pPr>
              <a:defRPr sz="120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Routes request</a:t>
            </a:r>
          </a:p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and sets filters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75D1C-5E1F-4AE9-A4B8-8A1DB304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098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7877F"/>
                </a:solidFill>
              </a:defRPr>
            </a:defPPr>
            <a:lvl1pPr>
              <a:defRPr sz="1950" b="1">
                <a:solidFill>
                  <a:srgbClr val="27877F"/>
                </a:solidFill>
              </a:defRPr>
            </a:lvl1pPr>
            <a:lvl2pPr>
              <a:defRPr sz="1950" b="1">
                <a:solidFill>
                  <a:srgbClr val="27877F"/>
                </a:solidFill>
              </a:defRPr>
            </a:lvl2pPr>
            <a:lvl3pPr>
              <a:defRPr sz="1950" b="1">
                <a:solidFill>
                  <a:srgbClr val="27877F"/>
                </a:solidFill>
              </a:defRPr>
            </a:lvl3pPr>
            <a:lvl4pPr>
              <a:defRPr sz="1950" b="1">
                <a:solidFill>
                  <a:srgbClr val="27877F"/>
                </a:solidFill>
              </a:defRPr>
            </a:lvl4pPr>
            <a:lvl5pPr>
              <a:defRPr sz="1950" b="1">
                <a:solidFill>
                  <a:srgbClr val="27877F"/>
                </a:solidFill>
              </a:defRPr>
            </a:lvl5pPr>
            <a:lvl6pPr>
              <a:defRPr sz="1950" b="1">
                <a:solidFill>
                  <a:srgbClr val="27877F"/>
                </a:solidFill>
              </a:defRPr>
            </a:lvl6pPr>
            <a:lvl7pPr>
              <a:defRPr sz="1950" b="1">
                <a:solidFill>
                  <a:srgbClr val="27877F"/>
                </a:solidFill>
              </a:defRPr>
            </a:lvl7pPr>
            <a:lvl8pPr>
              <a:defRPr sz="1950" b="1">
                <a:solidFill>
                  <a:srgbClr val="27877F"/>
                </a:solidFill>
              </a:defRPr>
            </a:lvl8pPr>
            <a:lvl9pPr>
              <a:defRPr sz="19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877F"/>
                </a:solidFill>
              </a:defRPr>
            </a:pPr>
            <a:r>
              <a:rPr sz="1950" b="1">
                <a:solidFill>
                  <a:srgbClr val="27877F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DA256-6C9A-415B-AD8E-E3F2C186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43125"/>
            <a:ext cx="19716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40210-0C5A-4B1F-947F-3472DCCF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86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7877F"/>
                </a:solidFill>
              </a:defRPr>
            </a:defPPr>
            <a:lvl1pPr>
              <a:defRPr sz="1650" b="1">
                <a:solidFill>
                  <a:srgbClr val="27877F"/>
                </a:solidFill>
              </a:defRPr>
            </a:lvl1pPr>
            <a:lvl2pPr>
              <a:defRPr sz="1650" b="1">
                <a:solidFill>
                  <a:srgbClr val="27877F"/>
                </a:solidFill>
              </a:defRPr>
            </a:lvl2pPr>
            <a:lvl3pPr>
              <a:defRPr sz="1650" b="1">
                <a:solidFill>
                  <a:srgbClr val="27877F"/>
                </a:solidFill>
              </a:defRPr>
            </a:lvl3pPr>
            <a:lvl4pPr>
              <a:defRPr sz="1650" b="1">
                <a:solidFill>
                  <a:srgbClr val="27877F"/>
                </a:solidFill>
              </a:defRPr>
            </a:lvl4pPr>
            <a:lvl5pPr>
              <a:defRPr sz="1650" b="1">
                <a:solidFill>
                  <a:srgbClr val="27877F"/>
                </a:solidFill>
              </a:defRPr>
            </a:lvl5pPr>
            <a:lvl6pPr>
              <a:defRPr sz="1650" b="1">
                <a:solidFill>
                  <a:srgbClr val="27877F"/>
                </a:solidFill>
              </a:defRPr>
            </a:lvl6pPr>
            <a:lvl7pPr>
              <a:defRPr sz="1650" b="1">
                <a:solidFill>
                  <a:srgbClr val="27877F"/>
                </a:solidFill>
              </a:defRPr>
            </a:lvl7pPr>
            <a:lvl8pPr>
              <a:defRPr sz="1650" b="1">
                <a:solidFill>
                  <a:srgbClr val="27877F"/>
                </a:solidFill>
              </a:defRPr>
            </a:lvl8pPr>
            <a:lvl9pPr>
              <a:defRPr sz="16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7877F"/>
                </a:solidFill>
              </a:defRPr>
            </a:pPr>
            <a:r>
              <a:rPr sz="1650" b="1">
                <a:solidFill>
                  <a:srgbClr val="27877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1F2CA-18D2-42C9-8164-D6C0F48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EE8B5-AD6B-46CB-A3BD-E9D20972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051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B6875"/>
                </a:solidFill>
              </a:defRPr>
            </a:defPPr>
            <a:lvl1pPr>
              <a:defRPr sz="1200" b="0">
                <a:solidFill>
                  <a:srgbClr val="5B6875"/>
                </a:solidFill>
              </a:defRPr>
            </a:lvl1pPr>
            <a:lvl2pPr>
              <a:defRPr sz="1200" b="0">
                <a:solidFill>
                  <a:srgbClr val="5B6875"/>
                </a:solidFill>
              </a:defRPr>
            </a:lvl2pPr>
            <a:lvl3pPr>
              <a:defRPr sz="1200" b="0">
                <a:solidFill>
                  <a:srgbClr val="5B6875"/>
                </a:solidFill>
              </a:defRPr>
            </a:lvl3pPr>
            <a:lvl4pPr>
              <a:defRPr sz="1200" b="0">
                <a:solidFill>
                  <a:srgbClr val="5B6875"/>
                </a:solidFill>
              </a:defRPr>
            </a:lvl4pPr>
            <a:lvl5pPr>
              <a:defRPr sz="1200" b="0">
                <a:solidFill>
                  <a:srgbClr val="5B6875"/>
                </a:solidFill>
              </a:defRPr>
            </a:lvl5pPr>
            <a:lvl6pPr>
              <a:defRPr sz="1200" b="0">
                <a:solidFill>
                  <a:srgbClr val="5B6875"/>
                </a:solidFill>
              </a:defRPr>
            </a:lvl6pPr>
            <a:lvl7pPr>
              <a:defRPr sz="1200" b="0">
                <a:solidFill>
                  <a:srgbClr val="5B6875"/>
                </a:solidFill>
              </a:defRPr>
            </a:lvl7pPr>
            <a:lvl8pPr>
              <a:defRPr sz="1200" b="0">
                <a:solidFill>
                  <a:srgbClr val="5B6875"/>
                </a:solidFill>
              </a:defRPr>
            </a:lvl8pPr>
            <a:lvl9pPr>
              <a:defRPr sz="120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Searches local</a:t>
            </a:r>
          </a:p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synthetic 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A84E0-588C-45FF-9668-3F4106FE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98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7877F"/>
                </a:solidFill>
              </a:defRPr>
            </a:defPPr>
            <a:lvl1pPr>
              <a:defRPr sz="1950" b="1">
                <a:solidFill>
                  <a:srgbClr val="27877F"/>
                </a:solidFill>
              </a:defRPr>
            </a:lvl1pPr>
            <a:lvl2pPr>
              <a:defRPr sz="1950" b="1">
                <a:solidFill>
                  <a:srgbClr val="27877F"/>
                </a:solidFill>
              </a:defRPr>
            </a:lvl2pPr>
            <a:lvl3pPr>
              <a:defRPr sz="1950" b="1">
                <a:solidFill>
                  <a:srgbClr val="27877F"/>
                </a:solidFill>
              </a:defRPr>
            </a:lvl3pPr>
            <a:lvl4pPr>
              <a:defRPr sz="1950" b="1">
                <a:solidFill>
                  <a:srgbClr val="27877F"/>
                </a:solidFill>
              </a:defRPr>
            </a:lvl4pPr>
            <a:lvl5pPr>
              <a:defRPr sz="1950" b="1">
                <a:solidFill>
                  <a:srgbClr val="27877F"/>
                </a:solidFill>
              </a:defRPr>
            </a:lvl5pPr>
            <a:lvl6pPr>
              <a:defRPr sz="1950" b="1">
                <a:solidFill>
                  <a:srgbClr val="27877F"/>
                </a:solidFill>
              </a:defRPr>
            </a:lvl6pPr>
            <a:lvl7pPr>
              <a:defRPr sz="1950" b="1">
                <a:solidFill>
                  <a:srgbClr val="27877F"/>
                </a:solidFill>
              </a:defRPr>
            </a:lvl7pPr>
            <a:lvl8pPr>
              <a:defRPr sz="1950" b="1">
                <a:solidFill>
                  <a:srgbClr val="27877F"/>
                </a:solidFill>
              </a:defRPr>
            </a:lvl8pPr>
            <a:lvl9pPr>
              <a:defRPr sz="19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877F"/>
                </a:solidFill>
              </a:defRPr>
            </a:pPr>
            <a:r>
              <a:rPr sz="1950" b="1">
                <a:solidFill>
                  <a:srgbClr val="27877F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0BDBF-892C-414A-98DA-8C919C25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43125"/>
            <a:ext cx="19716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2EB03-1B4F-4138-99C5-B411E29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86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7877F"/>
                </a:solidFill>
              </a:defRPr>
            </a:defPPr>
            <a:lvl1pPr>
              <a:defRPr sz="1650" b="1">
                <a:solidFill>
                  <a:srgbClr val="27877F"/>
                </a:solidFill>
              </a:defRPr>
            </a:lvl1pPr>
            <a:lvl2pPr>
              <a:defRPr sz="1650" b="1">
                <a:solidFill>
                  <a:srgbClr val="27877F"/>
                </a:solidFill>
              </a:defRPr>
            </a:lvl2pPr>
            <a:lvl3pPr>
              <a:defRPr sz="1650" b="1">
                <a:solidFill>
                  <a:srgbClr val="27877F"/>
                </a:solidFill>
              </a:defRPr>
            </a:lvl3pPr>
            <a:lvl4pPr>
              <a:defRPr sz="1650" b="1">
                <a:solidFill>
                  <a:srgbClr val="27877F"/>
                </a:solidFill>
              </a:defRPr>
            </a:lvl4pPr>
            <a:lvl5pPr>
              <a:defRPr sz="1650" b="1">
                <a:solidFill>
                  <a:srgbClr val="27877F"/>
                </a:solidFill>
              </a:defRPr>
            </a:lvl5pPr>
            <a:lvl6pPr>
              <a:defRPr sz="1650" b="1">
                <a:solidFill>
                  <a:srgbClr val="27877F"/>
                </a:solidFill>
              </a:defRPr>
            </a:lvl6pPr>
            <a:lvl7pPr>
              <a:defRPr sz="1650" b="1">
                <a:solidFill>
                  <a:srgbClr val="27877F"/>
                </a:solidFill>
              </a:defRPr>
            </a:lvl7pPr>
            <a:lvl8pPr>
              <a:defRPr sz="1650" b="1">
                <a:solidFill>
                  <a:srgbClr val="27877F"/>
                </a:solidFill>
              </a:defRPr>
            </a:lvl8pPr>
            <a:lvl9pPr>
              <a:defRPr sz="16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7877F"/>
                </a:solidFill>
              </a:defRPr>
            </a:pPr>
            <a:r>
              <a:rPr sz="1650" b="1">
                <a:solidFill>
                  <a:srgbClr val="27877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DB6FF-99C8-4FFD-8639-49A547E0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Matching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8A7C8-A442-4B4E-A8A8-0706E720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051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B6875"/>
                </a:solidFill>
              </a:defRPr>
            </a:defPPr>
            <a:lvl1pPr>
              <a:defRPr sz="1200" b="0">
                <a:solidFill>
                  <a:srgbClr val="5B6875"/>
                </a:solidFill>
              </a:defRPr>
            </a:lvl1pPr>
            <a:lvl2pPr>
              <a:defRPr sz="1200" b="0">
                <a:solidFill>
                  <a:srgbClr val="5B6875"/>
                </a:solidFill>
              </a:defRPr>
            </a:lvl2pPr>
            <a:lvl3pPr>
              <a:defRPr sz="1200" b="0">
                <a:solidFill>
                  <a:srgbClr val="5B6875"/>
                </a:solidFill>
              </a:defRPr>
            </a:lvl3pPr>
            <a:lvl4pPr>
              <a:defRPr sz="1200" b="0">
                <a:solidFill>
                  <a:srgbClr val="5B6875"/>
                </a:solidFill>
              </a:defRPr>
            </a:lvl4pPr>
            <a:lvl5pPr>
              <a:defRPr sz="1200" b="0">
                <a:solidFill>
                  <a:srgbClr val="5B6875"/>
                </a:solidFill>
              </a:defRPr>
            </a:lvl5pPr>
            <a:lvl6pPr>
              <a:defRPr sz="1200" b="0">
                <a:solidFill>
                  <a:srgbClr val="5B6875"/>
                </a:solidFill>
              </a:defRPr>
            </a:lvl6pPr>
            <a:lvl7pPr>
              <a:defRPr sz="1200" b="0">
                <a:solidFill>
                  <a:srgbClr val="5B6875"/>
                </a:solidFill>
              </a:defRPr>
            </a:lvl7pPr>
            <a:lvl8pPr>
              <a:defRPr sz="1200" b="0">
                <a:solidFill>
                  <a:srgbClr val="5B6875"/>
                </a:solidFill>
              </a:defRPr>
            </a:lvl8pPr>
            <a:lvl9pPr>
              <a:defRPr sz="120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Scores fit with</a:t>
            </a:r>
          </a:p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clear reasons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B0A0E-25B8-4942-B20F-1EE3671D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098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7877F"/>
                </a:solidFill>
              </a:defRPr>
            </a:defPPr>
            <a:lvl1pPr>
              <a:defRPr sz="1950" b="1">
                <a:solidFill>
                  <a:srgbClr val="27877F"/>
                </a:solidFill>
              </a:defRPr>
            </a:lvl1pPr>
            <a:lvl2pPr>
              <a:defRPr sz="1950" b="1">
                <a:solidFill>
                  <a:srgbClr val="27877F"/>
                </a:solidFill>
              </a:defRPr>
            </a:lvl2pPr>
            <a:lvl3pPr>
              <a:defRPr sz="1950" b="1">
                <a:solidFill>
                  <a:srgbClr val="27877F"/>
                </a:solidFill>
              </a:defRPr>
            </a:lvl3pPr>
            <a:lvl4pPr>
              <a:defRPr sz="1950" b="1">
                <a:solidFill>
                  <a:srgbClr val="27877F"/>
                </a:solidFill>
              </a:defRPr>
            </a:lvl4pPr>
            <a:lvl5pPr>
              <a:defRPr sz="1950" b="1">
                <a:solidFill>
                  <a:srgbClr val="27877F"/>
                </a:solidFill>
              </a:defRPr>
            </a:lvl5pPr>
            <a:lvl6pPr>
              <a:defRPr sz="1950" b="1">
                <a:solidFill>
                  <a:srgbClr val="27877F"/>
                </a:solidFill>
              </a:defRPr>
            </a:lvl6pPr>
            <a:lvl7pPr>
              <a:defRPr sz="1950" b="1">
                <a:solidFill>
                  <a:srgbClr val="27877F"/>
                </a:solidFill>
              </a:defRPr>
            </a:lvl7pPr>
            <a:lvl8pPr>
              <a:defRPr sz="1950" b="1">
                <a:solidFill>
                  <a:srgbClr val="27877F"/>
                </a:solidFill>
              </a:defRPr>
            </a:lvl8pPr>
            <a:lvl9pPr>
              <a:defRPr sz="19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877F"/>
                </a:solidFill>
              </a:defRPr>
            </a:pPr>
            <a:r>
              <a:rPr sz="1950" b="1">
                <a:solidFill>
                  <a:srgbClr val="27877F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28A4D-2A91-4210-A7BF-45F6F985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143125"/>
            <a:ext cx="19716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CFCBA-7C5E-4907-8785-431F2AC0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86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7877F"/>
                </a:solidFill>
              </a:defRPr>
            </a:defPPr>
            <a:lvl1pPr>
              <a:defRPr sz="1650" b="1">
                <a:solidFill>
                  <a:srgbClr val="27877F"/>
                </a:solidFill>
              </a:defRPr>
            </a:lvl1pPr>
            <a:lvl2pPr>
              <a:defRPr sz="1650" b="1">
                <a:solidFill>
                  <a:srgbClr val="27877F"/>
                </a:solidFill>
              </a:defRPr>
            </a:lvl2pPr>
            <a:lvl3pPr>
              <a:defRPr sz="1650" b="1">
                <a:solidFill>
                  <a:srgbClr val="27877F"/>
                </a:solidFill>
              </a:defRPr>
            </a:lvl3pPr>
            <a:lvl4pPr>
              <a:defRPr sz="1650" b="1">
                <a:solidFill>
                  <a:srgbClr val="27877F"/>
                </a:solidFill>
              </a:defRPr>
            </a:lvl4pPr>
            <a:lvl5pPr>
              <a:defRPr sz="1650" b="1">
                <a:solidFill>
                  <a:srgbClr val="27877F"/>
                </a:solidFill>
              </a:defRPr>
            </a:lvl5pPr>
            <a:lvl6pPr>
              <a:defRPr sz="1650" b="1">
                <a:solidFill>
                  <a:srgbClr val="27877F"/>
                </a:solidFill>
              </a:defRPr>
            </a:lvl6pPr>
            <a:lvl7pPr>
              <a:defRPr sz="1650" b="1">
                <a:solidFill>
                  <a:srgbClr val="27877F"/>
                </a:solidFill>
              </a:defRPr>
            </a:lvl7pPr>
            <a:lvl8pPr>
              <a:defRPr sz="1650" b="1">
                <a:solidFill>
                  <a:srgbClr val="27877F"/>
                </a:solidFill>
              </a:defRPr>
            </a:lvl8pPr>
            <a:lvl9pPr>
              <a:defRPr sz="16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7877F"/>
                </a:solidFill>
              </a:defRPr>
            </a:pPr>
            <a:r>
              <a:rPr sz="1650" b="1">
                <a:solidFill>
                  <a:srgbClr val="27877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26B52-2E49-4E73-911C-99D3C000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860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Follow-up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47029-755C-4956-A355-3D518F3F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051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B6875"/>
                </a:solidFill>
              </a:defRPr>
            </a:defPPr>
            <a:lvl1pPr>
              <a:defRPr sz="1200" b="0">
                <a:solidFill>
                  <a:srgbClr val="5B6875"/>
                </a:solidFill>
              </a:defRPr>
            </a:lvl1pPr>
            <a:lvl2pPr>
              <a:defRPr sz="1200" b="0">
                <a:solidFill>
                  <a:srgbClr val="5B6875"/>
                </a:solidFill>
              </a:defRPr>
            </a:lvl2pPr>
            <a:lvl3pPr>
              <a:defRPr sz="1200" b="0">
                <a:solidFill>
                  <a:srgbClr val="5B6875"/>
                </a:solidFill>
              </a:defRPr>
            </a:lvl3pPr>
            <a:lvl4pPr>
              <a:defRPr sz="1200" b="0">
                <a:solidFill>
                  <a:srgbClr val="5B6875"/>
                </a:solidFill>
              </a:defRPr>
            </a:lvl4pPr>
            <a:lvl5pPr>
              <a:defRPr sz="1200" b="0">
                <a:solidFill>
                  <a:srgbClr val="5B6875"/>
                </a:solidFill>
              </a:defRPr>
            </a:lvl5pPr>
            <a:lvl6pPr>
              <a:defRPr sz="1200" b="0">
                <a:solidFill>
                  <a:srgbClr val="5B6875"/>
                </a:solidFill>
              </a:defRPr>
            </a:lvl6pPr>
            <a:lvl7pPr>
              <a:defRPr sz="1200" b="0">
                <a:solidFill>
                  <a:srgbClr val="5B6875"/>
                </a:solidFill>
              </a:defRPr>
            </a:lvl7pPr>
            <a:lvl8pPr>
              <a:defRPr sz="1200" b="0">
                <a:solidFill>
                  <a:srgbClr val="5B6875"/>
                </a:solidFill>
              </a:defRPr>
            </a:lvl8pPr>
            <a:lvl9pPr>
              <a:defRPr sz="120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Uses recorded</a:t>
            </a:r>
          </a:p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dates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5A3DB-E22E-4AF0-A108-8034589A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98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7877F"/>
                </a:solidFill>
              </a:defRPr>
            </a:defPPr>
            <a:lvl1pPr>
              <a:defRPr sz="1950" b="1">
                <a:solidFill>
                  <a:srgbClr val="27877F"/>
                </a:solidFill>
              </a:defRPr>
            </a:lvl1pPr>
            <a:lvl2pPr>
              <a:defRPr sz="1950" b="1">
                <a:solidFill>
                  <a:srgbClr val="27877F"/>
                </a:solidFill>
              </a:defRPr>
            </a:lvl2pPr>
            <a:lvl3pPr>
              <a:defRPr sz="1950" b="1">
                <a:solidFill>
                  <a:srgbClr val="27877F"/>
                </a:solidFill>
              </a:defRPr>
            </a:lvl3pPr>
            <a:lvl4pPr>
              <a:defRPr sz="1950" b="1">
                <a:solidFill>
                  <a:srgbClr val="27877F"/>
                </a:solidFill>
              </a:defRPr>
            </a:lvl4pPr>
            <a:lvl5pPr>
              <a:defRPr sz="1950" b="1">
                <a:solidFill>
                  <a:srgbClr val="27877F"/>
                </a:solidFill>
              </a:defRPr>
            </a:lvl5pPr>
            <a:lvl6pPr>
              <a:defRPr sz="1950" b="1">
                <a:solidFill>
                  <a:srgbClr val="27877F"/>
                </a:solidFill>
              </a:defRPr>
            </a:lvl6pPr>
            <a:lvl7pPr>
              <a:defRPr sz="1950" b="1">
                <a:solidFill>
                  <a:srgbClr val="27877F"/>
                </a:solidFill>
              </a:defRPr>
            </a:lvl7pPr>
            <a:lvl8pPr>
              <a:defRPr sz="1950" b="1">
                <a:solidFill>
                  <a:srgbClr val="27877F"/>
                </a:solidFill>
              </a:defRPr>
            </a:lvl8pPr>
            <a:lvl9pPr>
              <a:defRPr sz="19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877F"/>
                </a:solidFill>
              </a:defRPr>
            </a:pPr>
            <a:r>
              <a:rPr sz="1950" b="1">
                <a:solidFill>
                  <a:srgbClr val="27877F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6A430-A382-4D34-812B-A4AF8912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43125"/>
            <a:ext cx="19716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2787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8501F-E129-4355-A13D-DAC107AC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86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7877F"/>
                </a:solidFill>
              </a:defRPr>
            </a:defPPr>
            <a:lvl1pPr>
              <a:defRPr sz="1650" b="1">
                <a:solidFill>
                  <a:srgbClr val="27877F"/>
                </a:solidFill>
              </a:defRPr>
            </a:lvl1pPr>
            <a:lvl2pPr>
              <a:defRPr sz="1650" b="1">
                <a:solidFill>
                  <a:srgbClr val="27877F"/>
                </a:solidFill>
              </a:defRPr>
            </a:lvl2pPr>
            <a:lvl3pPr>
              <a:defRPr sz="1650" b="1">
                <a:solidFill>
                  <a:srgbClr val="27877F"/>
                </a:solidFill>
              </a:defRPr>
            </a:lvl3pPr>
            <a:lvl4pPr>
              <a:defRPr sz="1650" b="1">
                <a:solidFill>
                  <a:srgbClr val="27877F"/>
                </a:solidFill>
              </a:defRPr>
            </a:lvl4pPr>
            <a:lvl5pPr>
              <a:defRPr sz="1650" b="1">
                <a:solidFill>
                  <a:srgbClr val="27877F"/>
                </a:solidFill>
              </a:defRPr>
            </a:lvl5pPr>
            <a:lvl6pPr>
              <a:defRPr sz="1650" b="1">
                <a:solidFill>
                  <a:srgbClr val="27877F"/>
                </a:solidFill>
              </a:defRPr>
            </a:lvl6pPr>
            <a:lvl7pPr>
              <a:defRPr sz="1650" b="1">
                <a:solidFill>
                  <a:srgbClr val="27877F"/>
                </a:solidFill>
              </a:defRPr>
            </a:lvl7pPr>
            <a:lvl8pPr>
              <a:defRPr sz="1650" b="1">
                <a:solidFill>
                  <a:srgbClr val="27877F"/>
                </a:solidFill>
              </a:defRPr>
            </a:lvl8pPr>
            <a:lvl9pPr>
              <a:defRPr sz="16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7877F"/>
                </a:solidFill>
              </a:defRPr>
            </a:pPr>
            <a:r>
              <a:rPr sz="1650" b="1">
                <a:solidFill>
                  <a:srgbClr val="27877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F1630C-2B08-4221-ACD0-39D8E62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Critic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965D5-730B-4FD6-A469-9CACBA7D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B6875"/>
                </a:solidFill>
              </a:defRPr>
            </a:defPPr>
            <a:lvl1pPr>
              <a:defRPr sz="1200" b="0">
                <a:solidFill>
                  <a:srgbClr val="5B6875"/>
                </a:solidFill>
              </a:defRPr>
            </a:lvl1pPr>
            <a:lvl2pPr>
              <a:defRPr sz="1200" b="0">
                <a:solidFill>
                  <a:srgbClr val="5B6875"/>
                </a:solidFill>
              </a:defRPr>
            </a:lvl2pPr>
            <a:lvl3pPr>
              <a:defRPr sz="1200" b="0">
                <a:solidFill>
                  <a:srgbClr val="5B6875"/>
                </a:solidFill>
              </a:defRPr>
            </a:lvl3pPr>
            <a:lvl4pPr>
              <a:defRPr sz="1200" b="0">
                <a:solidFill>
                  <a:srgbClr val="5B6875"/>
                </a:solidFill>
              </a:defRPr>
            </a:lvl4pPr>
            <a:lvl5pPr>
              <a:defRPr sz="1200" b="0">
                <a:solidFill>
                  <a:srgbClr val="5B6875"/>
                </a:solidFill>
              </a:defRPr>
            </a:lvl5pPr>
            <a:lvl6pPr>
              <a:defRPr sz="1200" b="0">
                <a:solidFill>
                  <a:srgbClr val="5B6875"/>
                </a:solidFill>
              </a:defRPr>
            </a:lvl6pPr>
            <a:lvl7pPr>
              <a:defRPr sz="1200" b="0">
                <a:solidFill>
                  <a:srgbClr val="5B6875"/>
                </a:solidFill>
              </a:defRPr>
            </a:lvl7pPr>
            <a:lvl8pPr>
              <a:defRPr sz="1200" b="0">
                <a:solidFill>
                  <a:srgbClr val="5B6875"/>
                </a:solidFill>
              </a:defRPr>
            </a:lvl8pPr>
            <a:lvl9pPr>
              <a:defRPr sz="120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Checks records,</a:t>
            </a:r>
          </a:p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dates and scores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29E582-4A0A-413A-AC6E-EC327568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7877F"/>
                </a:solidFill>
              </a:defRPr>
            </a:defPPr>
            <a:lvl1pPr>
              <a:defRPr sz="1050" b="1">
                <a:solidFill>
                  <a:srgbClr val="27877F"/>
                </a:solidFill>
              </a:defRPr>
            </a:lvl1pPr>
            <a:lvl2pPr>
              <a:defRPr sz="1050" b="1">
                <a:solidFill>
                  <a:srgbClr val="27877F"/>
                </a:solidFill>
              </a:defRPr>
            </a:lvl2pPr>
            <a:lvl3pPr>
              <a:defRPr sz="1050" b="1">
                <a:solidFill>
                  <a:srgbClr val="27877F"/>
                </a:solidFill>
              </a:defRPr>
            </a:lvl3pPr>
            <a:lvl4pPr>
              <a:defRPr sz="1050" b="1">
                <a:solidFill>
                  <a:srgbClr val="27877F"/>
                </a:solidFill>
              </a:defRPr>
            </a:lvl4pPr>
            <a:lvl5pPr>
              <a:defRPr sz="1050" b="1">
                <a:solidFill>
                  <a:srgbClr val="27877F"/>
                </a:solidFill>
              </a:defRPr>
            </a:lvl5pPr>
            <a:lvl6pPr>
              <a:defRPr sz="1050" b="1">
                <a:solidFill>
                  <a:srgbClr val="27877F"/>
                </a:solidFill>
              </a:defRPr>
            </a:lvl6pPr>
            <a:lvl7pPr>
              <a:defRPr sz="1050" b="1">
                <a:solidFill>
                  <a:srgbClr val="27877F"/>
                </a:solidFill>
              </a:defRPr>
            </a:lvl7pPr>
            <a:lvl8pPr>
              <a:defRPr sz="1050" b="1">
                <a:solidFill>
                  <a:srgbClr val="27877F"/>
                </a:solidFill>
              </a:defRPr>
            </a:lvl8pPr>
            <a:lvl9pPr>
              <a:defRPr sz="10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877F"/>
                </a:solidFill>
              </a:defRPr>
            </a:pPr>
            <a:r>
              <a:rPr sz="1050" b="1">
                <a:solidFill>
                  <a:srgbClr val="27877F"/>
                </a:solidFill>
              </a:rPr>
              <a:t>Critic decisions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8D62BA-9D0D-4F1D-8460-C51409E4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</a:defRPr>
            </a:defPPr>
            <a:lvl1pPr>
              <a:defRPr sz="1425" b="0">
                <a:solidFill>
                  <a:srgbClr val="17324D"/>
                </a:solidFill>
              </a:defRPr>
            </a:lvl1pPr>
            <a:lvl2pPr>
              <a:defRPr sz="1425" b="0">
                <a:solidFill>
                  <a:srgbClr val="17324D"/>
                </a:solidFill>
              </a:defRPr>
            </a:lvl2pPr>
            <a:lvl3pPr>
              <a:defRPr sz="1425" b="0">
                <a:solidFill>
                  <a:srgbClr val="17324D"/>
                </a:solidFill>
              </a:defRPr>
            </a:lvl3pPr>
            <a:lvl4pPr>
              <a:defRPr sz="1425" b="0">
                <a:solidFill>
                  <a:srgbClr val="17324D"/>
                </a:solidFill>
              </a:defRPr>
            </a:lvl4pPr>
            <a:lvl5pPr>
              <a:defRPr sz="1425" b="0">
                <a:solidFill>
                  <a:srgbClr val="17324D"/>
                </a:solidFill>
              </a:defRPr>
            </a:lvl5pPr>
            <a:lvl6pPr>
              <a:defRPr sz="1425" b="0">
                <a:solidFill>
                  <a:srgbClr val="17324D"/>
                </a:solidFill>
              </a:defRPr>
            </a:lvl6pPr>
            <a:lvl7pPr>
              <a:defRPr sz="1425" b="0">
                <a:solidFill>
                  <a:srgbClr val="17324D"/>
                </a:solidFill>
              </a:defRPr>
            </a:lvl7pPr>
            <a:lvl8pPr>
              <a:defRPr sz="1425" b="0">
                <a:solidFill>
                  <a:srgbClr val="17324D"/>
                </a:solidFill>
              </a:defRPr>
            </a:lvl8pPr>
            <a:lvl9pPr>
              <a:defRPr sz="14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Exclude malformed, closed or duplicate records. Flag unknown deadlines and missing sources. Keep suggestions tied to recorded dates.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5BCA91-B94D-4D48-9D18-B78E61C4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BCCE2C-6851-4B30-A167-E0AC0CA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324D"/>
                </a:solidFill>
              </a:defRPr>
            </a:defPPr>
            <a:lvl1pPr>
              <a:defRPr sz="1125" b="1">
                <a:solidFill>
                  <a:srgbClr val="17324D"/>
                </a:solidFill>
              </a:defRPr>
            </a:lvl1pPr>
            <a:lvl2pPr>
              <a:defRPr sz="1125" b="1">
                <a:solidFill>
                  <a:srgbClr val="17324D"/>
                </a:solidFill>
              </a:defRPr>
            </a:lvl2pPr>
            <a:lvl3pPr>
              <a:defRPr sz="1125" b="1">
                <a:solidFill>
                  <a:srgbClr val="17324D"/>
                </a:solidFill>
              </a:defRPr>
            </a:lvl3pPr>
            <a:lvl4pPr>
              <a:defRPr sz="1125" b="1">
                <a:solidFill>
                  <a:srgbClr val="17324D"/>
                </a:solidFill>
              </a:defRPr>
            </a:lvl4pPr>
            <a:lvl5pPr>
              <a:defRPr sz="1125" b="1">
                <a:solidFill>
                  <a:srgbClr val="17324D"/>
                </a:solidFill>
              </a:defRPr>
            </a:lvl5pPr>
            <a:lvl6pPr>
              <a:defRPr sz="1125" b="1">
                <a:solidFill>
                  <a:srgbClr val="17324D"/>
                </a:solidFill>
              </a:defRPr>
            </a:lvl6pPr>
            <a:lvl7pPr>
              <a:defRPr sz="1125" b="1">
                <a:solidFill>
                  <a:srgbClr val="17324D"/>
                </a:solidFill>
              </a:defRPr>
            </a:lvl7pPr>
            <a:lvl8pPr>
              <a:defRPr sz="1125" b="1">
                <a:solidFill>
                  <a:srgbClr val="17324D"/>
                </a:solidFill>
              </a:defRPr>
            </a:lvl8pPr>
            <a:lvl9pPr>
              <a:defRPr sz="11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Inputs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849BC1-E7F9-4DFD-9047-23E7BB16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B6875"/>
                </a:solidFill>
              </a:defRPr>
            </a:defPPr>
            <a:lvl1pPr>
              <a:defRPr sz="1200" b="0">
                <a:solidFill>
                  <a:srgbClr val="5B6875"/>
                </a:solidFill>
              </a:defRPr>
            </a:lvl1pPr>
            <a:lvl2pPr>
              <a:defRPr sz="1200" b="0">
                <a:solidFill>
                  <a:srgbClr val="5B6875"/>
                </a:solidFill>
              </a:defRPr>
            </a:lvl2pPr>
            <a:lvl3pPr>
              <a:defRPr sz="1200" b="0">
                <a:solidFill>
                  <a:srgbClr val="5B6875"/>
                </a:solidFill>
              </a:defRPr>
            </a:lvl3pPr>
            <a:lvl4pPr>
              <a:defRPr sz="1200" b="0">
                <a:solidFill>
                  <a:srgbClr val="5B6875"/>
                </a:solidFill>
              </a:defRPr>
            </a:lvl4pPr>
            <a:lvl5pPr>
              <a:defRPr sz="1200" b="0">
                <a:solidFill>
                  <a:srgbClr val="5B6875"/>
                </a:solidFill>
              </a:defRPr>
            </a:lvl5pPr>
            <a:lvl6pPr>
              <a:defRPr sz="1200" b="0">
                <a:solidFill>
                  <a:srgbClr val="5B6875"/>
                </a:solidFill>
              </a:defRPr>
            </a:lvl6pPr>
            <a:lvl7pPr>
              <a:defRPr sz="1200" b="0">
                <a:solidFill>
                  <a:srgbClr val="5B6875"/>
                </a:solidFill>
              </a:defRPr>
            </a:lvl7pPr>
            <a:lvl8pPr>
              <a:defRPr sz="1200" b="0">
                <a:solidFill>
                  <a:srgbClr val="5B6875"/>
                </a:solidFill>
              </a:defRPr>
            </a:lvl8pPr>
            <a:lvl9pPr>
              <a:defRPr sz="120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Student request + profile, listings CSV, SQLite application tracker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A0BAEC-E212-4CA5-B4E7-68D933D4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324D"/>
                </a:solidFill>
              </a:defRPr>
            </a:defPPr>
            <a:lvl1pPr>
              <a:defRPr sz="1125" b="1">
                <a:solidFill>
                  <a:srgbClr val="17324D"/>
                </a:solidFill>
              </a:defRPr>
            </a:lvl1pPr>
            <a:lvl2pPr>
              <a:defRPr sz="1125" b="1">
                <a:solidFill>
                  <a:srgbClr val="17324D"/>
                </a:solidFill>
              </a:defRPr>
            </a:lvl2pPr>
            <a:lvl3pPr>
              <a:defRPr sz="1125" b="1">
                <a:solidFill>
                  <a:srgbClr val="17324D"/>
                </a:solidFill>
              </a:defRPr>
            </a:lvl3pPr>
            <a:lvl4pPr>
              <a:defRPr sz="1125" b="1">
                <a:solidFill>
                  <a:srgbClr val="17324D"/>
                </a:solidFill>
              </a:defRPr>
            </a:lvl4pPr>
            <a:lvl5pPr>
              <a:defRPr sz="1125" b="1">
                <a:solidFill>
                  <a:srgbClr val="17324D"/>
                </a:solidFill>
              </a:defRPr>
            </a:lvl5pPr>
            <a:lvl6pPr>
              <a:defRPr sz="1125" b="1">
                <a:solidFill>
                  <a:srgbClr val="17324D"/>
                </a:solidFill>
              </a:defRPr>
            </a:lvl6pPr>
            <a:lvl7pPr>
              <a:defRPr sz="1125" b="1">
                <a:solidFill>
                  <a:srgbClr val="17324D"/>
                </a:solidFill>
              </a:defRPr>
            </a:lvl7pPr>
            <a:lvl8pPr>
              <a:defRPr sz="1125" b="1">
                <a:solidFill>
                  <a:srgbClr val="17324D"/>
                </a:solidFill>
              </a:defRPr>
            </a:lvl8pPr>
            <a:lvl9pPr>
              <a:defRPr sz="11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BEB18F-5F0D-4C25-8D7D-BAF09C2F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388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B6875"/>
                </a:solidFill>
              </a:defRPr>
            </a:defPPr>
            <a:lvl1pPr>
              <a:defRPr sz="1200" b="0">
                <a:solidFill>
                  <a:srgbClr val="5B6875"/>
                </a:solidFill>
              </a:defRPr>
            </a:lvl1pPr>
            <a:lvl2pPr>
              <a:defRPr sz="1200" b="0">
                <a:solidFill>
                  <a:srgbClr val="5B6875"/>
                </a:solidFill>
              </a:defRPr>
            </a:lvl2pPr>
            <a:lvl3pPr>
              <a:defRPr sz="1200" b="0">
                <a:solidFill>
                  <a:srgbClr val="5B6875"/>
                </a:solidFill>
              </a:defRPr>
            </a:lvl3pPr>
            <a:lvl4pPr>
              <a:defRPr sz="1200" b="0">
                <a:solidFill>
                  <a:srgbClr val="5B6875"/>
                </a:solidFill>
              </a:defRPr>
            </a:lvl4pPr>
            <a:lvl5pPr>
              <a:defRPr sz="1200" b="0">
                <a:solidFill>
                  <a:srgbClr val="5B6875"/>
                </a:solidFill>
              </a:defRPr>
            </a:lvl5pPr>
            <a:lvl6pPr>
              <a:defRPr sz="1200" b="0">
                <a:solidFill>
                  <a:srgbClr val="5B6875"/>
                </a:solidFill>
              </a:defRPr>
            </a:lvl6pPr>
            <a:lvl7pPr>
              <a:defRPr sz="1200" b="0">
                <a:solidFill>
                  <a:srgbClr val="5B6875"/>
                </a:solidFill>
              </a:defRPr>
            </a:lvl7pPr>
            <a:lvl8pPr>
              <a:defRPr sz="1200" b="0">
                <a:solidFill>
                  <a:srgbClr val="5B6875"/>
                </a:solidFill>
              </a:defRPr>
            </a:lvl8pPr>
            <a:lvl9pPr>
              <a:defRPr sz="120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Validated results + workflow log. Tracker writes only after an explicit student action.</a:t>
            </a:r>
          </a:p>
        </p:txBody>
      </p:sp>
    </p:spTree>
    <p:extLst>
      <p:ext uri="{BB962C8B-B14F-4D97-AF65-F5344CB8AC3E}">
        <p14:creationId xmlns:p14="http://schemas.microsoft.com/office/powerpoint/2010/main" val="850989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D962F-C79E-4455-850C-079BC8A8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A3DFA-31D6-4C6D-BF43-50878E1D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7877F"/>
                </a:solidFill>
              </a:defRPr>
            </a:defPPr>
            <a:lvl1pPr>
              <a:defRPr sz="1050" b="1">
                <a:solidFill>
                  <a:srgbClr val="27877F"/>
                </a:solidFill>
              </a:defRPr>
            </a:lvl1pPr>
            <a:lvl2pPr>
              <a:defRPr sz="1050" b="1">
                <a:solidFill>
                  <a:srgbClr val="27877F"/>
                </a:solidFill>
              </a:defRPr>
            </a:lvl2pPr>
            <a:lvl3pPr>
              <a:defRPr sz="1050" b="1">
                <a:solidFill>
                  <a:srgbClr val="27877F"/>
                </a:solidFill>
              </a:defRPr>
            </a:lvl3pPr>
            <a:lvl4pPr>
              <a:defRPr sz="1050" b="1">
                <a:solidFill>
                  <a:srgbClr val="27877F"/>
                </a:solidFill>
              </a:defRPr>
            </a:lvl4pPr>
            <a:lvl5pPr>
              <a:defRPr sz="1050" b="1">
                <a:solidFill>
                  <a:srgbClr val="27877F"/>
                </a:solidFill>
              </a:defRPr>
            </a:lvl5pPr>
            <a:lvl6pPr>
              <a:defRPr sz="1050" b="1">
                <a:solidFill>
                  <a:srgbClr val="27877F"/>
                </a:solidFill>
              </a:defRPr>
            </a:lvl6pPr>
            <a:lvl7pPr>
              <a:defRPr sz="1050" b="1">
                <a:solidFill>
                  <a:srgbClr val="27877F"/>
                </a:solidFill>
              </a:defRPr>
            </a:lvl7pPr>
            <a:lvl8pPr>
              <a:defRPr sz="1050" b="1">
                <a:solidFill>
                  <a:srgbClr val="27877F"/>
                </a:solidFill>
              </a:defRPr>
            </a:lvl8pPr>
            <a:lvl9pPr>
              <a:defRPr sz="10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877F"/>
                </a:solidFill>
              </a:defRPr>
            </a:pPr>
            <a:r>
              <a:rPr sz="1050" b="1">
                <a:solidFill>
                  <a:srgbClr val="27877F"/>
                </a:solidFill>
              </a:rPr>
              <a:t>STREAMLIT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BF0BF-0DBF-4E54-B2A8-CF5867FD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One interface supports search and follow-through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8E123-BB71-4B00-A2DE-5CA80045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B6875"/>
                </a:solidFill>
              </a:defRPr>
            </a:defPPr>
            <a:lvl1pPr>
              <a:defRPr sz="900" b="1">
                <a:solidFill>
                  <a:srgbClr val="5B6875"/>
                </a:solidFill>
              </a:defRPr>
            </a:lvl1pPr>
            <a:lvl2pPr>
              <a:defRPr sz="900" b="1">
                <a:solidFill>
                  <a:srgbClr val="5B6875"/>
                </a:solidFill>
              </a:defRPr>
            </a:lvl2pPr>
            <a:lvl3pPr>
              <a:defRPr sz="900" b="1">
                <a:solidFill>
                  <a:srgbClr val="5B6875"/>
                </a:solidFill>
              </a:defRPr>
            </a:lvl3pPr>
            <a:lvl4pPr>
              <a:defRPr sz="900" b="1">
                <a:solidFill>
                  <a:srgbClr val="5B6875"/>
                </a:solidFill>
              </a:defRPr>
            </a:lvl4pPr>
            <a:lvl5pPr>
              <a:defRPr sz="900" b="1">
                <a:solidFill>
                  <a:srgbClr val="5B6875"/>
                </a:solidFill>
              </a:defRPr>
            </a:lvl5pPr>
            <a:lvl6pPr>
              <a:defRPr sz="900" b="1">
                <a:solidFill>
                  <a:srgbClr val="5B6875"/>
                </a:solidFill>
              </a:defRPr>
            </a:lvl6pPr>
            <a:lvl7pPr>
              <a:defRPr sz="900" b="1">
                <a:solidFill>
                  <a:srgbClr val="5B6875"/>
                </a:solidFill>
              </a:defRPr>
            </a:lvl7pPr>
            <a:lvl8pPr>
              <a:defRPr sz="900" b="1">
                <a:solidFill>
                  <a:srgbClr val="5B6875"/>
                </a:solidFill>
              </a:defRPr>
            </a:lvl8pPr>
            <a:lvl9pPr>
              <a:defRPr sz="900" b="1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B6875"/>
                </a:solidFill>
              </a:defRPr>
            </a:pPr>
            <a:r>
              <a:rPr sz="900" b="1">
                <a:solidFill>
                  <a:srgbClr val="5B6875"/>
                </a:solidFill>
              </a:rPr>
              <a:t>OPPORTUNITYOS   /   CA-3   / 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8E1BD-8AED-4EC2-B10F-3CFC103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OPPORTUNITY MATCHING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070AE-CFA3-4E5C-861E-E0ED9EF9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05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324D"/>
                </a:solidFill>
              </a:defRPr>
            </a:defPPr>
            <a:lvl1pPr>
              <a:defRPr sz="1500" b="0">
                <a:solidFill>
                  <a:srgbClr val="17324D"/>
                </a:solidFill>
              </a:defRPr>
            </a:lvl1pPr>
            <a:lvl2pPr>
              <a:defRPr sz="1500" b="0">
                <a:solidFill>
                  <a:srgbClr val="17324D"/>
                </a:solidFill>
              </a:defRPr>
            </a:lvl2pPr>
            <a:lvl3pPr>
              <a:defRPr sz="1500" b="0">
                <a:solidFill>
                  <a:srgbClr val="17324D"/>
                </a:solidFill>
              </a:defRPr>
            </a:lvl3pPr>
            <a:lvl4pPr>
              <a:defRPr sz="1500" b="0">
                <a:solidFill>
                  <a:srgbClr val="17324D"/>
                </a:solidFill>
              </a:defRPr>
            </a:lvl4pPr>
            <a:lvl5pPr>
              <a:defRPr sz="1500" b="0">
                <a:solidFill>
                  <a:srgbClr val="17324D"/>
                </a:solidFill>
              </a:defRPr>
            </a:lvl5pPr>
            <a:lvl6pPr>
              <a:defRPr sz="1500" b="0">
                <a:solidFill>
                  <a:srgbClr val="17324D"/>
                </a:solidFill>
              </a:defRPr>
            </a:lvl6pPr>
            <a:lvl7pPr>
              <a:defRPr sz="1500" b="0">
                <a:solidFill>
                  <a:srgbClr val="17324D"/>
                </a:solidFill>
              </a:defRPr>
            </a:lvl7pPr>
            <a:lvl8pPr>
              <a:defRPr sz="1500" b="0">
                <a:solidFill>
                  <a:srgbClr val="17324D"/>
                </a:solidFill>
              </a:defRPr>
            </a:lvl8pPr>
            <a:lvl9pPr>
              <a:defRPr sz="15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The student sets skills, role preferences and location. The workflow returns ranked listings with matched skills, missing skills and a score breakdown.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88219-1D92-4BA7-8BF1-FEC8DB8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APPLICATION TRACKER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C5DDE-1225-4853-9B9D-9F5D9043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324D"/>
                </a:solidFill>
              </a:defRPr>
            </a:defPPr>
            <a:lvl1pPr>
              <a:defRPr sz="1500" b="0">
                <a:solidFill>
                  <a:srgbClr val="17324D"/>
                </a:solidFill>
              </a:defRPr>
            </a:lvl1pPr>
            <a:lvl2pPr>
              <a:defRPr sz="1500" b="0">
                <a:solidFill>
                  <a:srgbClr val="17324D"/>
                </a:solidFill>
              </a:defRPr>
            </a:lvl2pPr>
            <a:lvl3pPr>
              <a:defRPr sz="1500" b="0">
                <a:solidFill>
                  <a:srgbClr val="17324D"/>
                </a:solidFill>
              </a:defRPr>
            </a:lvl3pPr>
            <a:lvl4pPr>
              <a:defRPr sz="1500" b="0">
                <a:solidFill>
                  <a:srgbClr val="17324D"/>
                </a:solidFill>
              </a:defRPr>
            </a:lvl4pPr>
            <a:lvl5pPr>
              <a:defRPr sz="1500" b="0">
                <a:solidFill>
                  <a:srgbClr val="17324D"/>
                </a:solidFill>
              </a:defRPr>
            </a:lvl5pPr>
            <a:lvl6pPr>
              <a:defRPr sz="1500" b="0">
                <a:solidFill>
                  <a:srgbClr val="17324D"/>
                </a:solidFill>
              </a:defRPr>
            </a:lvl6pPr>
            <a:lvl7pPr>
              <a:defRPr sz="1500" b="0">
                <a:solidFill>
                  <a:srgbClr val="17324D"/>
                </a:solidFill>
              </a:defRPr>
            </a:lvl7pPr>
            <a:lvl8pPr>
              <a:defRPr sz="1500" b="0">
                <a:solidFill>
                  <a:srgbClr val="17324D"/>
                </a:solidFill>
              </a:defRPr>
            </a:lvl8pPr>
            <a:lvl9pPr>
              <a:defRPr sz="15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Students save a role, update status and record application or follow-up dates. Suggested actions never claim to know an employer’s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A6E64-8995-4C88-B495-B7D623A9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4857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E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1D7CC-776F-43FE-8B8B-C9400C40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SYNTHETIC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F37E0-F5B0-4410-8C68-296F8F2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</a:defRPr>
            </a:defPPr>
            <a:lvl1pPr>
              <a:defRPr sz="1425" b="0">
                <a:solidFill>
                  <a:srgbClr val="17324D"/>
                </a:solidFill>
              </a:defRPr>
            </a:lvl1pPr>
            <a:lvl2pPr>
              <a:defRPr sz="1425" b="0">
                <a:solidFill>
                  <a:srgbClr val="17324D"/>
                </a:solidFill>
              </a:defRPr>
            </a:lvl2pPr>
            <a:lvl3pPr>
              <a:defRPr sz="1425" b="0">
                <a:solidFill>
                  <a:srgbClr val="17324D"/>
                </a:solidFill>
              </a:defRPr>
            </a:lvl3pPr>
            <a:lvl4pPr>
              <a:defRPr sz="1425" b="0">
                <a:solidFill>
                  <a:srgbClr val="17324D"/>
                </a:solidFill>
              </a:defRPr>
            </a:lvl4pPr>
            <a:lvl5pPr>
              <a:defRPr sz="1425" b="0">
                <a:solidFill>
                  <a:srgbClr val="17324D"/>
                </a:solidFill>
              </a:defRPr>
            </a:lvl5pPr>
            <a:lvl6pPr>
              <a:defRPr sz="1425" b="0">
                <a:solidFill>
                  <a:srgbClr val="17324D"/>
                </a:solidFill>
              </a:defRPr>
            </a:lvl6pPr>
            <a:lvl7pPr>
              <a:defRPr sz="1425" b="0">
                <a:solidFill>
                  <a:srgbClr val="17324D"/>
                </a:solidFill>
              </a:defRPr>
            </a:lvl7pPr>
            <a:lvl8pPr>
              <a:defRPr sz="1425" b="0">
                <a:solidFill>
                  <a:srgbClr val="17324D"/>
                </a:solidFill>
              </a:defRPr>
            </a:lvl8pPr>
            <a:lvl9pPr>
              <a:defRPr sz="14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30 fictional listings</a:t>
            </a:r>
          </a:p>
          <a:p xmlns:a="http://schemas.openxmlformats.org/drawingml/2006/main">
            <a:pPr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example.com links</a:t>
            </a:r>
          </a:p>
          <a:p xmlns:a="http://schemas.openxmlformats.org/drawingml/2006/main">
            <a:pPr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fixed demo date: 15 Oct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AD3CC-7E59-4855-B7F2-1E0AA7AB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4810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1708A-E6F8-4085-B32F-E167BDF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05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VISIBLE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572D6-5CAA-46E4-80FB-6BBB1E4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862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</a:defRPr>
            </a:defPPr>
            <a:lvl1pPr>
              <a:defRPr sz="1425" b="0">
                <a:solidFill>
                  <a:srgbClr val="17324D"/>
                </a:solidFill>
              </a:defRPr>
            </a:lvl1pPr>
            <a:lvl2pPr>
              <a:defRPr sz="1425" b="0">
                <a:solidFill>
                  <a:srgbClr val="17324D"/>
                </a:solidFill>
              </a:defRPr>
            </a:lvl2pPr>
            <a:lvl3pPr>
              <a:defRPr sz="1425" b="0">
                <a:solidFill>
                  <a:srgbClr val="17324D"/>
                </a:solidFill>
              </a:defRPr>
            </a:lvl3pPr>
            <a:lvl4pPr>
              <a:defRPr sz="1425" b="0">
                <a:solidFill>
                  <a:srgbClr val="17324D"/>
                </a:solidFill>
              </a:defRPr>
            </a:lvl4pPr>
            <a:lvl5pPr>
              <a:defRPr sz="1425" b="0">
                <a:solidFill>
                  <a:srgbClr val="17324D"/>
                </a:solidFill>
              </a:defRPr>
            </a:lvl5pPr>
            <a:lvl6pPr>
              <a:defRPr sz="1425" b="0">
                <a:solidFill>
                  <a:srgbClr val="17324D"/>
                </a:solidFill>
              </a:defRPr>
            </a:lvl6pPr>
            <a:lvl7pPr>
              <a:defRPr sz="1425" b="0">
                <a:solidFill>
                  <a:srgbClr val="17324D"/>
                </a:solidFill>
              </a:defRPr>
            </a:lvl7pPr>
            <a:lvl8pPr>
              <a:defRPr sz="1425" b="0">
                <a:solidFill>
                  <a:srgbClr val="17324D"/>
                </a:solidFill>
              </a:defRPr>
            </a:lvl8pPr>
            <a:lvl9pPr>
              <a:defRPr sz="14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Retrieved → scored → passed critic</a:t>
            </a:r>
          </a:p>
          <a:p xmlns:a="http://schemas.openxmlformats.org/drawingml/2006/main">
            <a:pPr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Excluded records include a reason</a:t>
            </a:r>
          </a:p>
          <a:p xmlns:a="http://schemas.openxmlformats.org/drawingml/2006/main">
            <a:pPr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Unknown data stays visibly uncertain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F5437-CE0E-4AEB-9DFF-8458FFA2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B6875"/>
                </a:solidFill>
              </a:defRPr>
            </a:defPPr>
            <a:lvl1pPr>
              <a:defRPr sz="1275" b="0">
                <a:solidFill>
                  <a:srgbClr val="5B6875"/>
                </a:solidFill>
              </a:defRPr>
            </a:lvl1pPr>
            <a:lvl2pPr>
              <a:defRPr sz="1275" b="0">
                <a:solidFill>
                  <a:srgbClr val="5B6875"/>
                </a:solidFill>
              </a:defRPr>
            </a:lvl2pPr>
            <a:lvl3pPr>
              <a:defRPr sz="1275" b="0">
                <a:solidFill>
                  <a:srgbClr val="5B6875"/>
                </a:solidFill>
              </a:defRPr>
            </a:lvl3pPr>
            <a:lvl4pPr>
              <a:defRPr sz="1275" b="0">
                <a:solidFill>
                  <a:srgbClr val="5B6875"/>
                </a:solidFill>
              </a:defRPr>
            </a:lvl4pPr>
            <a:lvl5pPr>
              <a:defRPr sz="1275" b="0">
                <a:solidFill>
                  <a:srgbClr val="5B6875"/>
                </a:solidFill>
              </a:defRPr>
            </a:lvl5pPr>
            <a:lvl6pPr>
              <a:defRPr sz="1275" b="0">
                <a:solidFill>
                  <a:srgbClr val="5B6875"/>
                </a:solidFill>
              </a:defRPr>
            </a:lvl6pPr>
            <a:lvl7pPr>
              <a:defRPr sz="1275" b="0">
                <a:solidFill>
                  <a:srgbClr val="5B6875"/>
                </a:solidFill>
              </a:defRPr>
            </a:lvl7pPr>
            <a:lvl8pPr>
              <a:defRPr sz="1275" b="0">
                <a:solidFill>
                  <a:srgbClr val="5B6875"/>
                </a:solidFill>
              </a:defRPr>
            </a:lvl8pPr>
            <a:lvl9pPr>
              <a:defRPr sz="1275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875"/>
                </a:solidFill>
              </a:defRPr>
            </a:pPr>
            <a:r>
              <a:rPr sz="1275" b="0">
                <a:solidFill>
                  <a:srgbClr val="5B6875"/>
                </a:solidFill>
              </a:rPr>
              <a:t>The UI labels the dataset as synthetic and asks the student to review suggestions.</a:t>
            </a:r>
          </a:p>
        </p:txBody>
      </p:sp>
    </p:spTree>
    <p:extLst>
      <p:ext uri="{BB962C8B-B14F-4D97-AF65-F5344CB8AC3E}">
        <p14:creationId xmlns:p14="http://schemas.microsoft.com/office/powerpoint/2010/main" val="1034310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0987C-63E4-468F-BFC4-F5C8073B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3F64F-971F-44D5-9736-3B119E69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7877F"/>
                </a:solidFill>
              </a:defRPr>
            </a:defPPr>
            <a:lvl1pPr>
              <a:defRPr sz="1050" b="1">
                <a:solidFill>
                  <a:srgbClr val="27877F"/>
                </a:solidFill>
              </a:defRPr>
            </a:lvl1pPr>
            <a:lvl2pPr>
              <a:defRPr sz="1050" b="1">
                <a:solidFill>
                  <a:srgbClr val="27877F"/>
                </a:solidFill>
              </a:defRPr>
            </a:lvl2pPr>
            <a:lvl3pPr>
              <a:defRPr sz="1050" b="1">
                <a:solidFill>
                  <a:srgbClr val="27877F"/>
                </a:solidFill>
              </a:defRPr>
            </a:lvl3pPr>
            <a:lvl4pPr>
              <a:defRPr sz="1050" b="1">
                <a:solidFill>
                  <a:srgbClr val="27877F"/>
                </a:solidFill>
              </a:defRPr>
            </a:lvl4pPr>
            <a:lvl5pPr>
              <a:defRPr sz="1050" b="1">
                <a:solidFill>
                  <a:srgbClr val="27877F"/>
                </a:solidFill>
              </a:defRPr>
            </a:lvl5pPr>
            <a:lvl6pPr>
              <a:defRPr sz="1050" b="1">
                <a:solidFill>
                  <a:srgbClr val="27877F"/>
                </a:solidFill>
              </a:defRPr>
            </a:lvl6pPr>
            <a:lvl7pPr>
              <a:defRPr sz="1050" b="1">
                <a:solidFill>
                  <a:srgbClr val="27877F"/>
                </a:solidFill>
              </a:defRPr>
            </a:lvl7pPr>
            <a:lvl8pPr>
              <a:defRPr sz="1050" b="1">
                <a:solidFill>
                  <a:srgbClr val="27877F"/>
                </a:solidFill>
              </a:defRPr>
            </a:lvl8pPr>
            <a:lvl9pPr>
              <a:defRPr sz="10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877F"/>
                </a:solidFill>
              </a:defRPr>
            </a:pPr>
            <a:r>
              <a:rPr sz="1050" b="1">
                <a:solidFill>
                  <a:srgbClr val="27877F"/>
                </a:solidFill>
              </a:rPr>
              <a:t>EVIDENCE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3E303-62AF-4ABE-B2ED-D4B2D0B4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Resume tailoring keeps the student in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89F75-6F51-4280-A963-52C1EF61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B6875"/>
                </a:solidFill>
              </a:defRPr>
            </a:defPPr>
            <a:lvl1pPr>
              <a:defRPr sz="900" b="1">
                <a:solidFill>
                  <a:srgbClr val="5B6875"/>
                </a:solidFill>
              </a:defRPr>
            </a:lvl1pPr>
            <a:lvl2pPr>
              <a:defRPr sz="900" b="1">
                <a:solidFill>
                  <a:srgbClr val="5B6875"/>
                </a:solidFill>
              </a:defRPr>
            </a:lvl2pPr>
            <a:lvl3pPr>
              <a:defRPr sz="900" b="1">
                <a:solidFill>
                  <a:srgbClr val="5B6875"/>
                </a:solidFill>
              </a:defRPr>
            </a:lvl3pPr>
            <a:lvl4pPr>
              <a:defRPr sz="900" b="1">
                <a:solidFill>
                  <a:srgbClr val="5B6875"/>
                </a:solidFill>
              </a:defRPr>
            </a:lvl4pPr>
            <a:lvl5pPr>
              <a:defRPr sz="900" b="1">
                <a:solidFill>
                  <a:srgbClr val="5B6875"/>
                </a:solidFill>
              </a:defRPr>
            </a:lvl5pPr>
            <a:lvl6pPr>
              <a:defRPr sz="900" b="1">
                <a:solidFill>
                  <a:srgbClr val="5B6875"/>
                </a:solidFill>
              </a:defRPr>
            </a:lvl6pPr>
            <a:lvl7pPr>
              <a:defRPr sz="900" b="1">
                <a:solidFill>
                  <a:srgbClr val="5B6875"/>
                </a:solidFill>
              </a:defRPr>
            </a:lvl7pPr>
            <a:lvl8pPr>
              <a:defRPr sz="900" b="1">
                <a:solidFill>
                  <a:srgbClr val="5B6875"/>
                </a:solidFill>
              </a:defRPr>
            </a:lvl8pPr>
            <a:lvl9pPr>
              <a:defRPr sz="900" b="1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B6875"/>
                </a:solidFill>
              </a:defRPr>
            </a:pPr>
            <a:r>
              <a:rPr sz="900" b="1">
                <a:solidFill>
                  <a:srgbClr val="5B6875"/>
                </a:solidFill>
              </a:rPr>
              <a:t>OPPORTUNITYOS   /   CA-3   / 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E3C3A-9371-4374-9C40-DEBC6A0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7877F"/>
                </a:solidFill>
              </a:defRPr>
            </a:defPPr>
            <a:lvl1pPr>
              <a:defRPr sz="1275" b="1">
                <a:solidFill>
                  <a:srgbClr val="27877F"/>
                </a:solidFill>
              </a:defRPr>
            </a:lvl1pPr>
            <a:lvl2pPr>
              <a:defRPr sz="1275" b="1">
                <a:solidFill>
                  <a:srgbClr val="27877F"/>
                </a:solidFill>
              </a:defRPr>
            </a:lvl2pPr>
            <a:lvl3pPr>
              <a:defRPr sz="1275" b="1">
                <a:solidFill>
                  <a:srgbClr val="27877F"/>
                </a:solidFill>
              </a:defRPr>
            </a:lvl3pPr>
            <a:lvl4pPr>
              <a:defRPr sz="1275" b="1">
                <a:solidFill>
                  <a:srgbClr val="27877F"/>
                </a:solidFill>
              </a:defRPr>
            </a:lvl4pPr>
            <a:lvl5pPr>
              <a:defRPr sz="1275" b="1">
                <a:solidFill>
                  <a:srgbClr val="27877F"/>
                </a:solidFill>
              </a:defRPr>
            </a:lvl5pPr>
            <a:lvl6pPr>
              <a:defRPr sz="1275" b="1">
                <a:solidFill>
                  <a:srgbClr val="27877F"/>
                </a:solidFill>
              </a:defRPr>
            </a:lvl6pPr>
            <a:lvl7pPr>
              <a:defRPr sz="1275" b="1">
                <a:solidFill>
                  <a:srgbClr val="27877F"/>
                </a:solidFill>
              </a:defRPr>
            </a:lvl7pPr>
            <a:lvl8pPr>
              <a:defRPr sz="1275" b="1">
                <a:solidFill>
                  <a:srgbClr val="27877F"/>
                </a:solidFill>
              </a:defRPr>
            </a:lvl8pPr>
            <a:lvl9pPr>
              <a:defRPr sz="12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877F"/>
                </a:solidFill>
              </a:defRPr>
            </a:pPr>
            <a:r>
              <a:rPr sz="1275" b="1">
                <a:solidFill>
                  <a:srgbClr val="27877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374F9-9E08-47A1-86F0-C8BEFB2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0495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Resume + job description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FE23D-D4D1-403B-A384-F5D60206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875"/>
                </a:solidFill>
              </a:defRPr>
            </a:defPPr>
            <a:lvl1pPr>
              <a:defRPr sz="1350" b="0">
                <a:solidFill>
                  <a:srgbClr val="5B6875"/>
                </a:solidFill>
              </a:defRPr>
            </a:lvl1pPr>
            <a:lvl2pPr>
              <a:defRPr sz="1350" b="0">
                <a:solidFill>
                  <a:srgbClr val="5B6875"/>
                </a:solidFill>
              </a:defRPr>
            </a:lvl2pPr>
            <a:lvl3pPr>
              <a:defRPr sz="1350" b="0">
                <a:solidFill>
                  <a:srgbClr val="5B6875"/>
                </a:solidFill>
              </a:defRPr>
            </a:lvl3pPr>
            <a:lvl4pPr>
              <a:defRPr sz="1350" b="0">
                <a:solidFill>
                  <a:srgbClr val="5B6875"/>
                </a:solidFill>
              </a:defRPr>
            </a:lvl4pPr>
            <a:lvl5pPr>
              <a:defRPr sz="1350" b="0">
                <a:solidFill>
                  <a:srgbClr val="5B6875"/>
                </a:solidFill>
              </a:defRPr>
            </a:lvl5pPr>
            <a:lvl6pPr>
              <a:defRPr sz="1350" b="0">
                <a:solidFill>
                  <a:srgbClr val="5B6875"/>
                </a:solidFill>
              </a:defRPr>
            </a:lvl6pPr>
            <a:lvl7pPr>
              <a:defRPr sz="1350" b="0">
                <a:solidFill>
                  <a:srgbClr val="5B6875"/>
                </a:solidFill>
              </a:defRPr>
            </a:lvl7pPr>
            <a:lvl8pPr>
              <a:defRPr sz="1350" b="0">
                <a:solidFill>
                  <a:srgbClr val="5B6875"/>
                </a:solidFill>
              </a:defRPr>
            </a:lvl8pPr>
            <a:lvl9pPr>
              <a:defRPr sz="135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875"/>
                </a:solidFill>
              </a:defRPr>
            </a:pPr>
            <a:r>
              <a:rPr sz="1350" b="0">
                <a:solidFill>
                  <a:srgbClr val="5B6875"/>
                </a:solidFill>
              </a:rPr>
              <a:t>Parse content and identify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B1A1C-1AF1-47B7-808B-A2E65D76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D5B4D-886D-4BAA-961C-8199947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7877F"/>
                </a:solidFill>
              </a:defRPr>
            </a:defPPr>
            <a:lvl1pPr>
              <a:defRPr sz="1275" b="1">
                <a:solidFill>
                  <a:srgbClr val="27877F"/>
                </a:solidFill>
              </a:defRPr>
            </a:lvl1pPr>
            <a:lvl2pPr>
              <a:defRPr sz="1275" b="1">
                <a:solidFill>
                  <a:srgbClr val="27877F"/>
                </a:solidFill>
              </a:defRPr>
            </a:lvl2pPr>
            <a:lvl3pPr>
              <a:defRPr sz="1275" b="1">
                <a:solidFill>
                  <a:srgbClr val="27877F"/>
                </a:solidFill>
              </a:defRPr>
            </a:lvl3pPr>
            <a:lvl4pPr>
              <a:defRPr sz="1275" b="1">
                <a:solidFill>
                  <a:srgbClr val="27877F"/>
                </a:solidFill>
              </a:defRPr>
            </a:lvl4pPr>
            <a:lvl5pPr>
              <a:defRPr sz="1275" b="1">
                <a:solidFill>
                  <a:srgbClr val="27877F"/>
                </a:solidFill>
              </a:defRPr>
            </a:lvl5pPr>
            <a:lvl6pPr>
              <a:defRPr sz="1275" b="1">
                <a:solidFill>
                  <a:srgbClr val="27877F"/>
                </a:solidFill>
              </a:defRPr>
            </a:lvl6pPr>
            <a:lvl7pPr>
              <a:defRPr sz="1275" b="1">
                <a:solidFill>
                  <a:srgbClr val="27877F"/>
                </a:solidFill>
              </a:defRPr>
            </a:lvl7pPr>
            <a:lvl8pPr>
              <a:defRPr sz="1275" b="1">
                <a:solidFill>
                  <a:srgbClr val="27877F"/>
                </a:solidFill>
              </a:defRPr>
            </a:lvl8pPr>
            <a:lvl9pPr>
              <a:defRPr sz="12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877F"/>
                </a:solidFill>
              </a:defRPr>
            </a:pPr>
            <a:r>
              <a:rPr sz="1275" b="1">
                <a:solidFill>
                  <a:srgbClr val="27877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A4DE2-C879-4FD6-B87A-15A5C2D9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Evidence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049AC-4086-4F8A-ADD4-921ADCA2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875"/>
                </a:solidFill>
              </a:defRPr>
            </a:defPPr>
            <a:lvl1pPr>
              <a:defRPr sz="1350" b="0">
                <a:solidFill>
                  <a:srgbClr val="5B6875"/>
                </a:solidFill>
              </a:defRPr>
            </a:lvl1pPr>
            <a:lvl2pPr>
              <a:defRPr sz="1350" b="0">
                <a:solidFill>
                  <a:srgbClr val="5B6875"/>
                </a:solidFill>
              </a:defRPr>
            </a:lvl2pPr>
            <a:lvl3pPr>
              <a:defRPr sz="1350" b="0">
                <a:solidFill>
                  <a:srgbClr val="5B6875"/>
                </a:solidFill>
              </a:defRPr>
            </a:lvl3pPr>
            <a:lvl4pPr>
              <a:defRPr sz="1350" b="0">
                <a:solidFill>
                  <a:srgbClr val="5B6875"/>
                </a:solidFill>
              </a:defRPr>
            </a:lvl4pPr>
            <a:lvl5pPr>
              <a:defRPr sz="1350" b="0">
                <a:solidFill>
                  <a:srgbClr val="5B6875"/>
                </a:solidFill>
              </a:defRPr>
            </a:lvl5pPr>
            <a:lvl6pPr>
              <a:defRPr sz="1350" b="0">
                <a:solidFill>
                  <a:srgbClr val="5B6875"/>
                </a:solidFill>
              </a:defRPr>
            </a:lvl6pPr>
            <a:lvl7pPr>
              <a:defRPr sz="1350" b="0">
                <a:solidFill>
                  <a:srgbClr val="5B6875"/>
                </a:solidFill>
              </a:defRPr>
            </a:lvl7pPr>
            <a:lvl8pPr>
              <a:defRPr sz="1350" b="0">
                <a:solidFill>
                  <a:srgbClr val="5B6875"/>
                </a:solidFill>
              </a:defRPr>
            </a:lvl8pPr>
            <a:lvl9pPr>
              <a:defRPr sz="135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875"/>
                </a:solidFill>
              </a:defRPr>
            </a:pPr>
            <a:r>
              <a:rPr sz="1350" b="0">
                <a:solidFill>
                  <a:srgbClr val="5B6875"/>
                </a:solidFill>
              </a:rPr>
              <a:t>Show demonstrated, unclear and missing 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847A9-F9CE-4B9F-BF7E-83E004F3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1C295-8745-4596-A402-3163D73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7877F"/>
                </a:solidFill>
              </a:defRPr>
            </a:defPPr>
            <a:lvl1pPr>
              <a:defRPr sz="1275" b="1">
                <a:solidFill>
                  <a:srgbClr val="27877F"/>
                </a:solidFill>
              </a:defRPr>
            </a:lvl1pPr>
            <a:lvl2pPr>
              <a:defRPr sz="1275" b="1">
                <a:solidFill>
                  <a:srgbClr val="27877F"/>
                </a:solidFill>
              </a:defRPr>
            </a:lvl2pPr>
            <a:lvl3pPr>
              <a:defRPr sz="1275" b="1">
                <a:solidFill>
                  <a:srgbClr val="27877F"/>
                </a:solidFill>
              </a:defRPr>
            </a:lvl3pPr>
            <a:lvl4pPr>
              <a:defRPr sz="1275" b="1">
                <a:solidFill>
                  <a:srgbClr val="27877F"/>
                </a:solidFill>
              </a:defRPr>
            </a:lvl4pPr>
            <a:lvl5pPr>
              <a:defRPr sz="1275" b="1">
                <a:solidFill>
                  <a:srgbClr val="27877F"/>
                </a:solidFill>
              </a:defRPr>
            </a:lvl5pPr>
            <a:lvl6pPr>
              <a:defRPr sz="1275" b="1">
                <a:solidFill>
                  <a:srgbClr val="27877F"/>
                </a:solidFill>
              </a:defRPr>
            </a:lvl6pPr>
            <a:lvl7pPr>
              <a:defRPr sz="1275" b="1">
                <a:solidFill>
                  <a:srgbClr val="27877F"/>
                </a:solidFill>
              </a:defRPr>
            </a:lvl7pPr>
            <a:lvl8pPr>
              <a:defRPr sz="1275" b="1">
                <a:solidFill>
                  <a:srgbClr val="27877F"/>
                </a:solidFill>
              </a:defRPr>
            </a:lvl8pPr>
            <a:lvl9pPr>
              <a:defRPr sz="12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877F"/>
                </a:solidFill>
              </a:defRPr>
            </a:pPr>
            <a:r>
              <a:rPr sz="1275" b="1">
                <a:solidFill>
                  <a:srgbClr val="27877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D51CE-E386-4C2E-84DA-41D78EFE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Clarification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F1D4C-154A-4196-81E5-779F9BED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875"/>
                </a:solidFill>
              </a:defRPr>
            </a:defPPr>
            <a:lvl1pPr>
              <a:defRPr sz="1350" b="0">
                <a:solidFill>
                  <a:srgbClr val="5B6875"/>
                </a:solidFill>
              </a:defRPr>
            </a:lvl1pPr>
            <a:lvl2pPr>
              <a:defRPr sz="1350" b="0">
                <a:solidFill>
                  <a:srgbClr val="5B6875"/>
                </a:solidFill>
              </a:defRPr>
            </a:lvl2pPr>
            <a:lvl3pPr>
              <a:defRPr sz="1350" b="0">
                <a:solidFill>
                  <a:srgbClr val="5B6875"/>
                </a:solidFill>
              </a:defRPr>
            </a:lvl3pPr>
            <a:lvl4pPr>
              <a:defRPr sz="1350" b="0">
                <a:solidFill>
                  <a:srgbClr val="5B6875"/>
                </a:solidFill>
              </a:defRPr>
            </a:lvl4pPr>
            <a:lvl5pPr>
              <a:defRPr sz="1350" b="0">
                <a:solidFill>
                  <a:srgbClr val="5B6875"/>
                </a:solidFill>
              </a:defRPr>
            </a:lvl5pPr>
            <a:lvl6pPr>
              <a:defRPr sz="1350" b="0">
                <a:solidFill>
                  <a:srgbClr val="5B6875"/>
                </a:solidFill>
              </a:defRPr>
            </a:lvl6pPr>
            <a:lvl7pPr>
              <a:defRPr sz="1350" b="0">
                <a:solidFill>
                  <a:srgbClr val="5B6875"/>
                </a:solidFill>
              </a:defRPr>
            </a:lvl7pPr>
            <a:lvl8pPr>
              <a:defRPr sz="1350" b="0">
                <a:solidFill>
                  <a:srgbClr val="5B6875"/>
                </a:solidFill>
              </a:defRPr>
            </a:lvl8pPr>
            <a:lvl9pPr>
              <a:defRPr sz="135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875"/>
                </a:solidFill>
              </a:defRPr>
            </a:pPr>
            <a:r>
              <a:rPr sz="1350" b="0">
                <a:solidFill>
                  <a:srgbClr val="5B6875"/>
                </a:solidFill>
              </a:rPr>
              <a:t>Ask before using facts not in the resume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A582E-386F-4DA3-8B29-D8D614E4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29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01189-C1E6-49BD-A98C-8055CDE4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7877F"/>
                </a:solidFill>
              </a:defRPr>
            </a:defPPr>
            <a:lvl1pPr>
              <a:defRPr sz="1275" b="1">
                <a:solidFill>
                  <a:srgbClr val="27877F"/>
                </a:solidFill>
              </a:defRPr>
            </a:lvl1pPr>
            <a:lvl2pPr>
              <a:defRPr sz="1275" b="1">
                <a:solidFill>
                  <a:srgbClr val="27877F"/>
                </a:solidFill>
              </a:defRPr>
            </a:lvl2pPr>
            <a:lvl3pPr>
              <a:defRPr sz="1275" b="1">
                <a:solidFill>
                  <a:srgbClr val="27877F"/>
                </a:solidFill>
              </a:defRPr>
            </a:lvl3pPr>
            <a:lvl4pPr>
              <a:defRPr sz="1275" b="1">
                <a:solidFill>
                  <a:srgbClr val="27877F"/>
                </a:solidFill>
              </a:defRPr>
            </a:lvl4pPr>
            <a:lvl5pPr>
              <a:defRPr sz="1275" b="1">
                <a:solidFill>
                  <a:srgbClr val="27877F"/>
                </a:solidFill>
              </a:defRPr>
            </a:lvl5pPr>
            <a:lvl6pPr>
              <a:defRPr sz="1275" b="1">
                <a:solidFill>
                  <a:srgbClr val="27877F"/>
                </a:solidFill>
              </a:defRPr>
            </a:lvl6pPr>
            <a:lvl7pPr>
              <a:defRPr sz="1275" b="1">
                <a:solidFill>
                  <a:srgbClr val="27877F"/>
                </a:solidFill>
              </a:defRPr>
            </a:lvl7pPr>
            <a:lvl8pPr>
              <a:defRPr sz="1275" b="1">
                <a:solidFill>
                  <a:srgbClr val="27877F"/>
                </a:solidFill>
              </a:defRPr>
            </a:lvl8pPr>
            <a:lvl9pPr>
              <a:defRPr sz="12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877F"/>
                </a:solidFill>
              </a:defRPr>
            </a:pPr>
            <a:r>
              <a:rPr sz="1275" b="1">
                <a:solidFill>
                  <a:srgbClr val="27877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87F3E-CAE0-4990-954A-4766C7E9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24D"/>
                </a:solidFill>
              </a:defRPr>
            </a:defPPr>
            <a:lvl1pPr>
              <a:defRPr sz="1575" b="1">
                <a:solidFill>
                  <a:srgbClr val="17324D"/>
                </a:solidFill>
              </a:defRPr>
            </a:lvl1pPr>
            <a:lvl2pPr>
              <a:defRPr sz="1575" b="1">
                <a:solidFill>
                  <a:srgbClr val="17324D"/>
                </a:solidFill>
              </a:defRPr>
            </a:lvl2pPr>
            <a:lvl3pPr>
              <a:defRPr sz="1575" b="1">
                <a:solidFill>
                  <a:srgbClr val="17324D"/>
                </a:solidFill>
              </a:defRPr>
            </a:lvl3pPr>
            <a:lvl4pPr>
              <a:defRPr sz="1575" b="1">
                <a:solidFill>
                  <a:srgbClr val="17324D"/>
                </a:solidFill>
              </a:defRPr>
            </a:lvl4pPr>
            <a:lvl5pPr>
              <a:defRPr sz="1575" b="1">
                <a:solidFill>
                  <a:srgbClr val="17324D"/>
                </a:solidFill>
              </a:defRPr>
            </a:lvl5pPr>
            <a:lvl6pPr>
              <a:defRPr sz="1575" b="1">
                <a:solidFill>
                  <a:srgbClr val="17324D"/>
                </a:solidFill>
              </a:defRPr>
            </a:lvl6pPr>
            <a:lvl7pPr>
              <a:defRPr sz="1575" b="1">
                <a:solidFill>
                  <a:srgbClr val="17324D"/>
                </a:solidFill>
              </a:defRPr>
            </a:lvl7pPr>
            <a:lvl8pPr>
              <a:defRPr sz="1575" b="1">
                <a:solidFill>
                  <a:srgbClr val="17324D"/>
                </a:solidFill>
              </a:defRPr>
            </a:lvl8pPr>
            <a:lvl9pPr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Review + critic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E5E77-9C59-4C3B-8538-F3CA71AE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244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875"/>
                </a:solidFill>
              </a:defRPr>
            </a:defPPr>
            <a:lvl1pPr>
              <a:defRPr sz="1350" b="0">
                <a:solidFill>
                  <a:srgbClr val="5B6875"/>
                </a:solidFill>
              </a:defRPr>
            </a:lvl1pPr>
            <a:lvl2pPr>
              <a:defRPr sz="1350" b="0">
                <a:solidFill>
                  <a:srgbClr val="5B6875"/>
                </a:solidFill>
              </a:defRPr>
            </a:lvl2pPr>
            <a:lvl3pPr>
              <a:defRPr sz="1350" b="0">
                <a:solidFill>
                  <a:srgbClr val="5B6875"/>
                </a:solidFill>
              </a:defRPr>
            </a:lvl3pPr>
            <a:lvl4pPr>
              <a:defRPr sz="1350" b="0">
                <a:solidFill>
                  <a:srgbClr val="5B6875"/>
                </a:solidFill>
              </a:defRPr>
            </a:lvl4pPr>
            <a:lvl5pPr>
              <a:defRPr sz="1350" b="0">
                <a:solidFill>
                  <a:srgbClr val="5B6875"/>
                </a:solidFill>
              </a:defRPr>
            </a:lvl5pPr>
            <a:lvl6pPr>
              <a:defRPr sz="1350" b="0">
                <a:solidFill>
                  <a:srgbClr val="5B6875"/>
                </a:solidFill>
              </a:defRPr>
            </a:lvl6pPr>
            <a:lvl7pPr>
              <a:defRPr sz="1350" b="0">
                <a:solidFill>
                  <a:srgbClr val="5B6875"/>
                </a:solidFill>
              </a:defRPr>
            </a:lvl7pPr>
            <a:lvl8pPr>
              <a:defRPr sz="1350" b="0">
                <a:solidFill>
                  <a:srgbClr val="5B6875"/>
                </a:solidFill>
              </a:defRPr>
            </a:lvl8pPr>
            <a:lvl9pPr>
              <a:defRPr sz="1350" b="0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875"/>
                </a:solidFill>
              </a:defRPr>
            </a:pPr>
            <a:r>
              <a:rPr sz="1350" b="0">
                <a:solidFill>
                  <a:srgbClr val="5B6875"/>
                </a:solidFill>
              </a:rPr>
              <a:t>Approve edits; block unsupported claims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F73DA-3271-4C85-BFFA-13E5EAD7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1290A-9F38-4201-85F0-BD6886AA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324D"/>
                </a:solidFill>
              </a:defRPr>
            </a:defPPr>
            <a:lvl1pPr>
              <a:defRPr sz="1275" b="1">
                <a:solidFill>
                  <a:srgbClr val="17324D"/>
                </a:solidFill>
              </a:defRPr>
            </a:lvl1pPr>
            <a:lvl2pPr>
              <a:defRPr sz="1275" b="1">
                <a:solidFill>
                  <a:srgbClr val="17324D"/>
                </a:solidFill>
              </a:defRPr>
            </a:lvl2pPr>
            <a:lvl3pPr>
              <a:defRPr sz="1275" b="1">
                <a:solidFill>
                  <a:srgbClr val="17324D"/>
                </a:solidFill>
              </a:defRPr>
            </a:lvl3pPr>
            <a:lvl4pPr>
              <a:defRPr sz="1275" b="1">
                <a:solidFill>
                  <a:srgbClr val="17324D"/>
                </a:solidFill>
              </a:defRPr>
            </a:lvl4pPr>
            <a:lvl5pPr>
              <a:defRPr sz="1275" b="1">
                <a:solidFill>
                  <a:srgbClr val="17324D"/>
                </a:solidFill>
              </a:defRPr>
            </a:lvl5pPr>
            <a:lvl6pPr>
              <a:defRPr sz="1275" b="1">
                <a:solidFill>
                  <a:srgbClr val="17324D"/>
                </a:solidFill>
              </a:defRPr>
            </a:lvl6pPr>
            <a:lvl7pPr>
              <a:defRPr sz="1275" b="1">
                <a:solidFill>
                  <a:srgbClr val="17324D"/>
                </a:solidFill>
              </a:defRPr>
            </a:lvl7pPr>
            <a:lvl8pPr>
              <a:defRPr sz="1275" b="1">
                <a:solidFill>
                  <a:srgbClr val="17324D"/>
                </a:solidFill>
              </a:defRPr>
            </a:lvl8pPr>
            <a:lvl9pPr>
              <a:defRPr sz="12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Exports are drafts. The master resume remains unchanged.</a:t>
            </a:r>
          </a:p>
        </p:txBody>
      </p:sp>
    </p:spTree>
    <p:extLst>
      <p:ext uri="{BB962C8B-B14F-4D97-AF65-F5344CB8AC3E}">
        <p14:creationId xmlns:p14="http://schemas.microsoft.com/office/powerpoint/2010/main" val="565658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52A14-A78D-45D8-9091-2838EF90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1DA56-EDD5-4CAB-9358-B03010AE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7877F"/>
                </a:solidFill>
              </a:defRPr>
            </a:defPPr>
            <a:lvl1pPr>
              <a:defRPr sz="1050" b="1">
                <a:solidFill>
                  <a:srgbClr val="27877F"/>
                </a:solidFill>
              </a:defRPr>
            </a:lvl1pPr>
            <a:lvl2pPr>
              <a:defRPr sz="1050" b="1">
                <a:solidFill>
                  <a:srgbClr val="27877F"/>
                </a:solidFill>
              </a:defRPr>
            </a:lvl2pPr>
            <a:lvl3pPr>
              <a:defRPr sz="1050" b="1">
                <a:solidFill>
                  <a:srgbClr val="27877F"/>
                </a:solidFill>
              </a:defRPr>
            </a:lvl3pPr>
            <a:lvl4pPr>
              <a:defRPr sz="1050" b="1">
                <a:solidFill>
                  <a:srgbClr val="27877F"/>
                </a:solidFill>
              </a:defRPr>
            </a:lvl4pPr>
            <a:lvl5pPr>
              <a:defRPr sz="1050" b="1">
                <a:solidFill>
                  <a:srgbClr val="27877F"/>
                </a:solidFill>
              </a:defRPr>
            </a:lvl5pPr>
            <a:lvl6pPr>
              <a:defRPr sz="1050" b="1">
                <a:solidFill>
                  <a:srgbClr val="27877F"/>
                </a:solidFill>
              </a:defRPr>
            </a:lvl6pPr>
            <a:lvl7pPr>
              <a:defRPr sz="1050" b="1">
                <a:solidFill>
                  <a:srgbClr val="27877F"/>
                </a:solidFill>
              </a:defRPr>
            </a:lvl7pPr>
            <a:lvl8pPr>
              <a:defRPr sz="1050" b="1">
                <a:solidFill>
                  <a:srgbClr val="27877F"/>
                </a:solidFill>
              </a:defRPr>
            </a:lvl8pPr>
            <a:lvl9pPr>
              <a:defRPr sz="105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877F"/>
                </a:solidFill>
              </a:defRPr>
            </a:pPr>
            <a:r>
              <a:rPr sz="1050" b="1">
                <a:solidFill>
                  <a:srgbClr val="27877F"/>
                </a:solidFill>
              </a:rPr>
              <a:t>RESULTS, LIMITS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F4F6F-DA62-4712-A932-73ED7B48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A focused PoC with clear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50E2A-F38A-4BF0-82B0-DE4AF4A4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B6875"/>
                </a:solidFill>
              </a:defRPr>
            </a:defPPr>
            <a:lvl1pPr>
              <a:defRPr sz="900" b="1">
                <a:solidFill>
                  <a:srgbClr val="5B6875"/>
                </a:solidFill>
              </a:defRPr>
            </a:lvl1pPr>
            <a:lvl2pPr>
              <a:defRPr sz="900" b="1">
                <a:solidFill>
                  <a:srgbClr val="5B6875"/>
                </a:solidFill>
              </a:defRPr>
            </a:lvl2pPr>
            <a:lvl3pPr>
              <a:defRPr sz="900" b="1">
                <a:solidFill>
                  <a:srgbClr val="5B6875"/>
                </a:solidFill>
              </a:defRPr>
            </a:lvl3pPr>
            <a:lvl4pPr>
              <a:defRPr sz="900" b="1">
                <a:solidFill>
                  <a:srgbClr val="5B6875"/>
                </a:solidFill>
              </a:defRPr>
            </a:lvl4pPr>
            <a:lvl5pPr>
              <a:defRPr sz="900" b="1">
                <a:solidFill>
                  <a:srgbClr val="5B6875"/>
                </a:solidFill>
              </a:defRPr>
            </a:lvl5pPr>
            <a:lvl6pPr>
              <a:defRPr sz="900" b="1">
                <a:solidFill>
                  <a:srgbClr val="5B6875"/>
                </a:solidFill>
              </a:defRPr>
            </a:lvl6pPr>
            <a:lvl7pPr>
              <a:defRPr sz="900" b="1">
                <a:solidFill>
                  <a:srgbClr val="5B6875"/>
                </a:solidFill>
              </a:defRPr>
            </a:lvl7pPr>
            <a:lvl8pPr>
              <a:defRPr sz="900" b="1">
                <a:solidFill>
                  <a:srgbClr val="5B6875"/>
                </a:solidFill>
              </a:defRPr>
            </a:lvl8pPr>
            <a:lvl9pPr>
              <a:defRPr sz="900" b="1">
                <a:solidFill>
                  <a:srgbClr val="5B6875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B6875"/>
                </a:solidFill>
              </a:defRPr>
            </a:pPr>
            <a:r>
              <a:rPr sz="900" b="1">
                <a:solidFill>
                  <a:srgbClr val="5B6875"/>
                </a:solidFill>
              </a:rPr>
              <a:t>OPPORTUNITYOS   /   CA-3   / 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77384-1D00-4CA8-B29C-455A0457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WHAT THE POC DEMONSTRATES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4EAB1-C765-41C6-9E30-58A843C4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4810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324D"/>
                </a:solidFill>
              </a:defRPr>
            </a:defPPr>
            <a:lvl1pPr>
              <a:defRPr sz="1500" b="0">
                <a:solidFill>
                  <a:srgbClr val="17324D"/>
                </a:solidFill>
              </a:defRPr>
            </a:lvl1pPr>
            <a:lvl2pPr>
              <a:defRPr sz="1500" b="0">
                <a:solidFill>
                  <a:srgbClr val="17324D"/>
                </a:solidFill>
              </a:defRPr>
            </a:lvl2pPr>
            <a:lvl3pPr>
              <a:defRPr sz="1500" b="0">
                <a:solidFill>
                  <a:srgbClr val="17324D"/>
                </a:solidFill>
              </a:defRPr>
            </a:lvl3pPr>
            <a:lvl4pPr>
              <a:defRPr sz="1500" b="0">
                <a:solidFill>
                  <a:srgbClr val="17324D"/>
                </a:solidFill>
              </a:defRPr>
            </a:lvl4pPr>
            <a:lvl5pPr>
              <a:defRPr sz="1500" b="0">
                <a:solidFill>
                  <a:srgbClr val="17324D"/>
                </a:solidFill>
              </a:defRPr>
            </a:lvl5pPr>
            <a:lvl6pPr>
              <a:defRPr sz="1500" b="0">
                <a:solidFill>
                  <a:srgbClr val="17324D"/>
                </a:solidFill>
              </a:defRPr>
            </a:lvl6pPr>
            <a:lvl7pPr>
              <a:defRPr sz="1500" b="0">
                <a:solidFill>
                  <a:srgbClr val="17324D"/>
                </a:solidFill>
              </a:defRPr>
            </a:lvl7pPr>
            <a:lvl8pPr>
              <a:defRPr sz="1500" b="0">
                <a:solidFill>
                  <a:srgbClr val="17324D"/>
                </a:solidFill>
              </a:defRPr>
            </a:lvl8pPr>
            <a:lvl9pPr>
              <a:defRPr sz="15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Task planning and deterministic routing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Explainable profile matching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Critic checks and exclusion reasons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Human approval for tracker and resume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69365-E71C-4155-9F38-7669109C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D99A36"/>
                </a:solidFill>
              </a:defRPr>
            </a:defPPr>
            <a:lvl1pPr>
              <a:defRPr sz="975" b="1">
                <a:solidFill>
                  <a:srgbClr val="D99A36"/>
                </a:solidFill>
              </a:defRPr>
            </a:lvl1pPr>
            <a:lvl2pPr>
              <a:defRPr sz="975" b="1">
                <a:solidFill>
                  <a:srgbClr val="D99A36"/>
                </a:solidFill>
              </a:defRPr>
            </a:lvl2pPr>
            <a:lvl3pPr>
              <a:defRPr sz="975" b="1">
                <a:solidFill>
                  <a:srgbClr val="D99A36"/>
                </a:solidFill>
              </a:defRPr>
            </a:lvl3pPr>
            <a:lvl4pPr>
              <a:defRPr sz="975" b="1">
                <a:solidFill>
                  <a:srgbClr val="D99A36"/>
                </a:solidFill>
              </a:defRPr>
            </a:lvl4pPr>
            <a:lvl5pPr>
              <a:defRPr sz="975" b="1">
                <a:solidFill>
                  <a:srgbClr val="D99A36"/>
                </a:solidFill>
              </a:defRPr>
            </a:lvl5pPr>
            <a:lvl6pPr>
              <a:defRPr sz="975" b="1">
                <a:solidFill>
                  <a:srgbClr val="D99A36"/>
                </a:solidFill>
              </a:defRPr>
            </a:lvl6pPr>
            <a:lvl7pPr>
              <a:defRPr sz="975" b="1">
                <a:solidFill>
                  <a:srgbClr val="D99A36"/>
                </a:solidFill>
              </a:defRPr>
            </a:lvl7pPr>
            <a:lvl8pPr>
              <a:defRPr sz="975" b="1">
                <a:solidFill>
                  <a:srgbClr val="D99A36"/>
                </a:solidFill>
              </a:defRPr>
            </a:lvl8pPr>
            <a:lvl9pPr>
              <a:defRPr sz="975" b="1">
                <a:solidFill>
                  <a:srgbClr val="D99A3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9A36"/>
                </a:solidFill>
              </a:defRPr>
            </a:pPr>
            <a:r>
              <a:rPr sz="975" b="1">
                <a:solidFill>
                  <a:srgbClr val="D99A36"/>
                </a:solidFill>
              </a:rPr>
              <a:t>CURRENT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CC32E-899F-4E35-B5D6-54CCCCA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324D"/>
                </a:solidFill>
              </a:defRPr>
            </a:defPPr>
            <a:lvl1pPr>
              <a:defRPr sz="1500" b="0">
                <a:solidFill>
                  <a:srgbClr val="17324D"/>
                </a:solidFill>
              </a:defRPr>
            </a:lvl1pPr>
            <a:lvl2pPr>
              <a:defRPr sz="1500" b="0">
                <a:solidFill>
                  <a:srgbClr val="17324D"/>
                </a:solidFill>
              </a:defRPr>
            </a:lvl2pPr>
            <a:lvl3pPr>
              <a:defRPr sz="1500" b="0">
                <a:solidFill>
                  <a:srgbClr val="17324D"/>
                </a:solidFill>
              </a:defRPr>
            </a:lvl3pPr>
            <a:lvl4pPr>
              <a:defRPr sz="1500" b="0">
                <a:solidFill>
                  <a:srgbClr val="17324D"/>
                </a:solidFill>
              </a:defRPr>
            </a:lvl4pPr>
            <a:lvl5pPr>
              <a:defRPr sz="1500" b="0">
                <a:solidFill>
                  <a:srgbClr val="17324D"/>
                </a:solidFill>
              </a:defRPr>
            </a:lvl5pPr>
            <a:lvl6pPr>
              <a:defRPr sz="1500" b="0">
                <a:solidFill>
                  <a:srgbClr val="17324D"/>
                </a:solidFill>
              </a:defRPr>
            </a:lvl6pPr>
            <a:lvl7pPr>
              <a:defRPr sz="1500" b="0">
                <a:solidFill>
                  <a:srgbClr val="17324D"/>
                </a:solidFill>
              </a:defRPr>
            </a:lvl7pPr>
            <a:lvl8pPr>
              <a:defRPr sz="1500" b="0">
                <a:solidFill>
                  <a:srgbClr val="17324D"/>
                </a:solidFill>
              </a:defRPr>
            </a:lvl8pPr>
            <a:lvl9pPr>
              <a:defRPr sz="15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Static synthetic data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Keyword matching and rule-based planning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No live employer checks or submissions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Resume checks help, but cannot guarantee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A86CE-F07D-4FCD-BC2D-9ED59F69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8A091-982E-4B20-AF01-E864513B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7877F"/>
                </a:solidFill>
              </a:defRPr>
            </a:defPPr>
            <a:lvl1pPr>
              <a:defRPr sz="975" b="1">
                <a:solidFill>
                  <a:srgbClr val="27877F"/>
                </a:solidFill>
              </a:defRPr>
            </a:lvl1pPr>
            <a:lvl2pPr>
              <a:defRPr sz="975" b="1">
                <a:solidFill>
                  <a:srgbClr val="27877F"/>
                </a:solidFill>
              </a:defRPr>
            </a:lvl2pPr>
            <a:lvl3pPr>
              <a:defRPr sz="975" b="1">
                <a:solidFill>
                  <a:srgbClr val="27877F"/>
                </a:solidFill>
              </a:defRPr>
            </a:lvl3pPr>
            <a:lvl4pPr>
              <a:defRPr sz="975" b="1">
                <a:solidFill>
                  <a:srgbClr val="27877F"/>
                </a:solidFill>
              </a:defRPr>
            </a:lvl4pPr>
            <a:lvl5pPr>
              <a:defRPr sz="975" b="1">
                <a:solidFill>
                  <a:srgbClr val="27877F"/>
                </a:solidFill>
              </a:defRPr>
            </a:lvl5pPr>
            <a:lvl6pPr>
              <a:defRPr sz="975" b="1">
                <a:solidFill>
                  <a:srgbClr val="27877F"/>
                </a:solidFill>
              </a:defRPr>
            </a:lvl6pPr>
            <a:lvl7pPr>
              <a:defRPr sz="975" b="1">
                <a:solidFill>
                  <a:srgbClr val="27877F"/>
                </a:solidFill>
              </a:defRPr>
            </a:lvl7pPr>
            <a:lvl8pPr>
              <a:defRPr sz="975" b="1">
                <a:solidFill>
                  <a:srgbClr val="27877F"/>
                </a:solidFill>
              </a:defRPr>
            </a:lvl8pPr>
            <a:lvl9pPr>
              <a:defRPr sz="975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877F"/>
                </a:solidFill>
              </a:defRPr>
            </a:pPr>
            <a:r>
              <a:rPr sz="975" b="1">
                <a:solidFill>
                  <a:srgbClr val="27877F"/>
                </a:solidFill>
              </a:rPr>
              <a:t>POSSIBLE NEXT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A4239-4799-451C-8D60-A7F508E8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Test ranking with student feedback, then add an approved listing source with freshness checks and source attribution.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4B1B5-1998-4930-B803-4E0161FE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7877F"/>
                </a:solidFill>
              </a:defRPr>
            </a:defPPr>
            <a:lvl1pPr>
              <a:defRPr sz="1200" b="1">
                <a:solidFill>
                  <a:srgbClr val="27877F"/>
                </a:solidFill>
              </a:defRPr>
            </a:lvl1pPr>
            <a:lvl2pPr>
              <a:defRPr sz="1200" b="1">
                <a:solidFill>
                  <a:srgbClr val="27877F"/>
                </a:solidFill>
              </a:defRPr>
            </a:lvl2pPr>
            <a:lvl3pPr>
              <a:defRPr sz="1200" b="1">
                <a:solidFill>
                  <a:srgbClr val="27877F"/>
                </a:solidFill>
              </a:defRPr>
            </a:lvl3pPr>
            <a:lvl4pPr>
              <a:defRPr sz="1200" b="1">
                <a:solidFill>
                  <a:srgbClr val="27877F"/>
                </a:solidFill>
              </a:defRPr>
            </a:lvl4pPr>
            <a:lvl5pPr>
              <a:defRPr sz="1200" b="1">
                <a:solidFill>
                  <a:srgbClr val="27877F"/>
                </a:solidFill>
              </a:defRPr>
            </a:lvl5pPr>
            <a:lvl6pPr>
              <a:defRPr sz="1200" b="1">
                <a:solidFill>
                  <a:srgbClr val="27877F"/>
                </a:solidFill>
              </a:defRPr>
            </a:lvl6pPr>
            <a:lvl7pPr>
              <a:defRPr sz="1200" b="1">
                <a:solidFill>
                  <a:srgbClr val="27877F"/>
                </a:solidFill>
              </a:defRPr>
            </a:lvl7pPr>
            <a:lvl8pPr>
              <a:defRPr sz="1200" b="1">
                <a:solidFill>
                  <a:srgbClr val="27877F"/>
                </a:solidFill>
              </a:defRPr>
            </a:lvl8pPr>
            <a:lvl9pPr>
              <a:defRPr sz="1200" b="1">
                <a:solidFill>
                  <a:srgbClr val="27877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877F"/>
                </a:solidFill>
              </a:defRPr>
            </a:pPr>
            <a:r>
              <a:rPr sz="1200" b="1">
                <a:solidFill>
                  <a:srgbClr val="27877F"/>
                </a:solidFill>
              </a:rPr>
              <a:t>Demo path: Find Opportunities → Agent Workflow → save one role → Resume Tailor</a:t>
            </a:r>
          </a:p>
        </p:txBody>
      </p:sp>
    </p:spTree>
    <p:extLst>
      <p:ext uri="{BB962C8B-B14F-4D97-AF65-F5344CB8AC3E}">
        <p14:creationId xmlns:p14="http://schemas.microsoft.com/office/powerpoint/2010/main" val="804908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2026-10-19T10:22:37.4290000Z</dcterms:created>
  <dcterms:modified xsi:type="dcterms:W3CDTF">2026-10-19T10:22:37.4290000Z</dcterms:modified>
</coreProperties>
</file>